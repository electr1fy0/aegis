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0f8f2a486ec4ef9" /><Relationship Type="http://schemas.openxmlformats.org/officeDocument/2006/relationships/extended-properties" Target="/docProps/app.xml" Id="R5b514e32696641c1" /><Relationship Type="http://schemas.openxmlformats.org/officeDocument/2006/relationships/officeDocument" Target="/ppt/presentation.xml" Id="R6dc61035ad744507" /></Relationships>
</file>

<file path=ppt/presentation.xml><?xml version="1.0" encoding="utf-8"?>
<p:presentation xmlns:p="http://schemas.openxmlformats.org/presentationml/2006/main">
  <p:sldMasterIdLst>
    <p:sldMasterId xmlns:r="http://schemas.openxmlformats.org/officeDocument/2006/relationships" id="2147483648" r:id="R6512e2aa42104ecb"/>
  </p:sldMasterIdLst>
  <p:notesMasterIdLst>
    <p:notesMasterId xmlns:r="http://schemas.openxmlformats.org/officeDocument/2006/relationships" r:id="Red245d8605a64887"/>
  </p:notesMasterIdLst>
  <p:sldIdLst>
    <p:sldId xmlns:r="http://schemas.openxmlformats.org/officeDocument/2006/relationships" id="256" r:id="R9bfccdf117ab4260"/>
    <p:sldId xmlns:r="http://schemas.openxmlformats.org/officeDocument/2006/relationships" id="257" r:id="R9223388f450e443d"/>
    <p:sldId xmlns:r="http://schemas.openxmlformats.org/officeDocument/2006/relationships" id="258" r:id="Racae3c6a32db4e89"/>
    <p:sldId xmlns:r="http://schemas.openxmlformats.org/officeDocument/2006/relationships" id="259" r:id="R12930f2e3f6348f6"/>
    <p:sldId xmlns:r="http://schemas.openxmlformats.org/officeDocument/2006/relationships" id="260" r:id="R0d6874ef413e4b4a"/>
    <p:sldId xmlns:r="http://schemas.openxmlformats.org/officeDocument/2006/relationships" id="261" r:id="R7667264b282849c6"/>
    <p:sldId xmlns:r="http://schemas.openxmlformats.org/officeDocument/2006/relationships" id="262" r:id="R27291a3384c94865"/>
    <p:sldId xmlns:r="http://schemas.openxmlformats.org/officeDocument/2006/relationships" id="263" r:id="Rf55cf4c84a72453a"/>
    <p:sldId xmlns:r="http://schemas.openxmlformats.org/officeDocument/2006/relationships" id="264" r:id="R5f1a4524fe404141"/>
    <p:sldId xmlns:r="http://schemas.openxmlformats.org/officeDocument/2006/relationships" id="265" r:id="Ra08873d8195c4870"/>
    <p:sldId xmlns:r="http://schemas.openxmlformats.org/officeDocument/2006/relationships" id="266" r:id="Redd85593ee7340a0"/>
    <p:sldId xmlns:r="http://schemas.openxmlformats.org/officeDocument/2006/relationships" id="267" r:id="R7fe579c2f35b423a"/>
    <p:sldId xmlns:r="http://schemas.openxmlformats.org/officeDocument/2006/relationships" id="268" r:id="R1db111145f6c4b9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f1589c1d634f47" /><Relationship Type="http://schemas.openxmlformats.org/officeDocument/2006/relationships/slideMaster" Target="/ppt/slideMasters/slideMaster1.xml" Id="R6512e2aa42104ecb" /><Relationship Type="http://schemas.openxmlformats.org/officeDocument/2006/relationships/notesMaster" Target="/ppt/notesMasters/notesMaster1.xml" Id="Red245d8605a64887" /><Relationship Type="http://schemas.openxmlformats.org/officeDocument/2006/relationships/presProps" Target="/ppt/presProps.xml" Id="Rb075cc9e125a4c18" /><Relationship Type="http://schemas.openxmlformats.org/officeDocument/2006/relationships/tableStyles" Target="/ppt/tableStyles.xml" Id="R60ba5d918f6c46a4" /><Relationship Type="http://schemas.openxmlformats.org/officeDocument/2006/relationships/slide" Target="/ppt/slides/slide1.xml" Id="R9bfccdf117ab4260" /><Relationship Type="http://schemas.openxmlformats.org/officeDocument/2006/relationships/slide" Target="/ppt/slides/slide2.xml" Id="R9223388f450e443d" /><Relationship Type="http://schemas.openxmlformats.org/officeDocument/2006/relationships/slide" Target="/ppt/slides/slide3.xml" Id="Racae3c6a32db4e89" /><Relationship Type="http://schemas.openxmlformats.org/officeDocument/2006/relationships/slide" Target="/ppt/slides/slide4.xml" Id="R12930f2e3f6348f6" /><Relationship Type="http://schemas.openxmlformats.org/officeDocument/2006/relationships/slide" Target="/ppt/slides/slide5.xml" Id="R0d6874ef413e4b4a" /><Relationship Type="http://schemas.openxmlformats.org/officeDocument/2006/relationships/slide" Target="/ppt/slides/slide6.xml" Id="R7667264b282849c6" /><Relationship Type="http://schemas.openxmlformats.org/officeDocument/2006/relationships/slide" Target="/ppt/slides/slide7.xml" Id="R27291a3384c94865" /><Relationship Type="http://schemas.openxmlformats.org/officeDocument/2006/relationships/slide" Target="/ppt/slides/slide8.xml" Id="Rf55cf4c84a72453a" /><Relationship Type="http://schemas.openxmlformats.org/officeDocument/2006/relationships/slide" Target="/ppt/slides/slide9.xml" Id="R5f1a4524fe404141" /><Relationship Type="http://schemas.openxmlformats.org/officeDocument/2006/relationships/slide" Target="/ppt/slides/slide10.xml" Id="Ra08873d8195c4870" /><Relationship Type="http://schemas.openxmlformats.org/officeDocument/2006/relationships/slide" Target="/ppt/slides/slide11.xml" Id="Redd85593ee7340a0" /><Relationship Type="http://schemas.openxmlformats.org/officeDocument/2006/relationships/slide" Target="/ppt/slides/slide12.xml" Id="R7fe579c2f35b423a" /><Relationship Type="http://schemas.openxmlformats.org/officeDocument/2006/relationships/slide" Target="/ppt/slides/slide13.xml" Id="R1db111145f6c4b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507cf7a8ed4a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f2e7c3f42142a4" /><Relationship Type="http://schemas.openxmlformats.org/officeDocument/2006/relationships/notesMaster" Target="/ppt/notesMasters/notesMaster1.xml" Id="R296a69933d8a41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c0d9e52f804c13" /><Relationship Type="http://schemas.openxmlformats.org/officeDocument/2006/relationships/notesMaster" Target="/ppt/notesMasters/notesMaster1.xml" Id="R2d659d9b16874a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5ef53829404ceb" /><Relationship Type="http://schemas.openxmlformats.org/officeDocument/2006/relationships/notesMaster" Target="/ppt/notesMasters/notesMaster1.xml" Id="R1c72c211de5340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3a85ff050a4668" /><Relationship Type="http://schemas.openxmlformats.org/officeDocument/2006/relationships/notesMaster" Target="/ppt/notesMasters/notesMaster1.xml" Id="R26fd2110e9bc46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3c646b57d8435a" /><Relationship Type="http://schemas.openxmlformats.org/officeDocument/2006/relationships/notesMaster" Target="/ppt/notesMasters/notesMaster1.xml" Id="Rc581f05b540841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dc46f5e4c34f12" /><Relationship Type="http://schemas.openxmlformats.org/officeDocument/2006/relationships/notesMaster" Target="/ppt/notesMasters/notesMaster1.xml" Id="R8079e1fa35434ee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0774c6651a4252" /><Relationship Type="http://schemas.openxmlformats.org/officeDocument/2006/relationships/notesMaster" Target="/ppt/notesMasters/notesMaster1.xml" Id="Rcae2ed7beb9d4c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4ccf3a3eab4c7b" /><Relationship Type="http://schemas.openxmlformats.org/officeDocument/2006/relationships/notesMaster" Target="/ppt/notesMasters/notesMaster1.xml" Id="Raf7417ab1e0846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b0a82ba9034c17" /><Relationship Type="http://schemas.openxmlformats.org/officeDocument/2006/relationships/notesMaster" Target="/ppt/notesMasters/notesMaster1.xml" Id="R0089752fe1db479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e8184f68534504" /><Relationship Type="http://schemas.openxmlformats.org/officeDocument/2006/relationships/notesMaster" Target="/ppt/notesMasters/notesMaster1.xml" Id="R6684ec22824b41a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52f230c721492c" /><Relationship Type="http://schemas.openxmlformats.org/officeDocument/2006/relationships/notesMaster" Target="/ppt/notesMasters/notesMaster1.xml" Id="Rd318cf390f0440f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5e1e70a8d4948cf" /><Relationship Type="http://schemas.openxmlformats.org/officeDocument/2006/relationships/notesMaster" Target="/ppt/notesMasters/notesMaster1.xml" Id="R30faaa69625f4ef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3e8e0acfab3463c" /><Relationship Type="http://schemas.openxmlformats.org/officeDocument/2006/relationships/notesMaster" Target="/ppt/notesMasters/notesMaster1.xml" Id="R394fdc0aeb074c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Aegis implements Topic 10 of AI Innovate-A-Thon as a local campus event exercise prototype. Introduce Ayush Pandey (24BIT0394) and Dheeraj Sutram (24BIT0416). The project combines report intake, grouping evidence, priorities and coordinator corrections. All bundled data is synthetic. Source: README.md and docs/REPORT.md.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actual demo reports to explain the coordination problem. All three concern the inner door at Exit A. Their timestamps are fixture event times. Opposing values can indicate a changing situation or conflicting accounts. A coordinator must inspect the evidence. Source: data/scenarios/demo.json, reports 4, 10 and the subsequent clear-door account.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was captured from the running application after all 24 demo steps. The API returned 24 reports, 8 incident groups and 3 unresolved conflict pairs. The eight review counts refer to incidents in the dashboard summary. The selected incident has original text, a priority source phrase and review reasons. The schematic is illustrative. Source: local application capture, docs/latex-report/screenshots/dashboard-wide.png and .artifacts-build/capture-state.json.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Python backend owns the analysis and persistence path. The frontend uses TanStack Start, React and TypeScript. Reports are persisted before analysis. The browser polls a snapshot and receives updated snapshots from coordinator mutations. Source: backend/aegis/api.py, backend/aegis/storage.py, backend/aegis/engine.py, frontend/src/hooks/use-snapshot.ts, pyproject.toml and 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ranking score renormalizes over available components. Text similarity uses cosine over the active representation. Unknown required context still blocks attachment. Eligible candidate scores average up to four initial members. The first member is the anchor and all members are checked for incompatibilities. Thresholds: backend/aegis/engine.py. MiniLM is an optional adapter, with no real-weight measurement in this environment. External references: https://huggingface.co/sentence-transformers/all-MiniLM-L6-v2 and https://sbert.net/docs/sentence_transformer/usage/semantic_textual_similarity.html.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policy is separate from the grouping score. It retains source phrases, handles the supported negations and hypothetical patterns, and keeps the strongest unresolved signal across the incident. The P0 phrases allege immediate danger within the synthetic exercise. This finite English policy has no clinical validation. Source: backend/aegis/engine.py, _priority_for_text and assess_priority.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stored opposing exit-access values with original evidence phrases. It is a genuine application view. A later clear-door account does not automatically close the incident or remove unresolved urgent evidence. Priority uses the strongest unresolved exercise rule. Source: backend/aegis/engine.py, backend/aegis/storage.py and screenshot conflict-detail.png.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 reject, move, merge and split update persisted state. Each mutation requires a reason and incident versions. Stale edits return HTTP 409. The quoted reason was entered during the completed confirmation shown in the report audit screenshot. Sources: docs/API_CONTRACT.md, backend/aegis/storage.py and docs/latex-report/screenshots/audit.png.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total of 144 reports includes demo, development and fixed test inputs. Families are distinct within each split, while categories and scenario patterns recur across splits. Test cases were inspected during engineering and became regression cases. These are fixed synthetic measurements. Ground-truth family labels are separate files and are never passed into runtime replay or matching. Source: data/README.md, data/evaluation/, backend/aegis/evaluation.py.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full values in evaluation/results/latest.json. Baseline precision 1.0, recall 0.060606, F1 0.114286, zero false merge pairs, 62 missed pairs, review rate 0.083333. Aegis precision 1.0, recall 0.621212, F1 0.766355, zero false merge pairs, 25 missed pairs, review rate 1.0. There are 66 true same-family pairs. Aegis recovers 41 compared with 4 for the baseline. The review flags differ by method, so the review rates are not a controlled workload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saved verification record is dated 24 October 2026. These counts refer to the recorded full run, not a claim that all tests were rerun for the document. Backend scope includes the application and fixture generator. Frontend source coverage includes component primitives and generated routes. All statement, branch, line and function gates reached 100%. The document preparation reran the 24 evaluation tests with 14 subtests and reproduced the grouping figures. Source: evaluation/results/verification.json, docs/VERIFICATION.md and backend/tests/.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is local and synthetic, with a single-coordinator assumption and no user authentication. Its finite English extraction rules and lexical fallback are limited. The independent dataset, real MiniLM inference benchmark and usability evaluation remain future work. Security, access control, accessibility and stakeholder policy review are needed before broader use. No clinical, safety or live emergency deployment claim is supported. Source: docs/REPORT.md, docs/REVIEW.md and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four-minute demonstration: 0:00 start a fresh synthetic replay, 0:25 advance a duplicate family, 1:05 inspect grouping and priority evidence, 1:35 show the incomplete report, 2:00 show blocked and clear Exit A accounts, 2:40 confirm or correct a group with a specific reason, 3:20 open evaluation. Keep the active lexical mode visible. All reports remain accessible and no external dispatch occurs. Source: docs/DEMO.md.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ed74db36b9407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10835e01da74d8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9c51c1f72a439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7b0970612949b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955c249a4a473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b47681df1f84e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30E0A9-387C-4493-A37E-3BCF7176F97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3C66AE3-047C-4F5C-AE4D-1E95FA20823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5391EEE-8767-446F-A477-1308B1FC7E3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290619-9A15-44F9-BC70-5F481D8C08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2E4940D-FC9A-48BC-8230-DEE9AA929EC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86E5A9-AB67-4F74-9D3B-6867762656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03713B-64F9-4388-8B50-3EDEC9875D5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E8CB4C6-0C90-42C2-850F-6C576F79AD1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B16FE1-F0CC-4FE6-80B6-8BCDAF6C27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ABF6B3B-4F77-45D2-8AAA-8648F4E72B0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aced168be04500" /><Relationship Type="http://schemas.openxmlformats.org/officeDocument/2006/relationships/slideLayout" Target="/ppt/slideLayouts/slideLayout1.xml" Id="R6e686927d943451f" /><Relationship Type="http://schemas.openxmlformats.org/officeDocument/2006/relationships/slideLayout" Target="/ppt/slideLayouts/slideLayout2.xml" Id="R802a213f627a45ef" /><Relationship Type="http://schemas.openxmlformats.org/officeDocument/2006/relationships/slideLayout" Target="/ppt/slideLayouts/slideLayout3.xml" Id="Rea534213106c4a59" /><Relationship Type="http://schemas.openxmlformats.org/officeDocument/2006/relationships/slideLayout" Target="/ppt/slideLayouts/slideLayout4.xml" Id="Ra0bb653799d9490e" /><Relationship Type="http://schemas.openxmlformats.org/officeDocument/2006/relationships/slideLayout" Target="/ppt/slideLayouts/slideLayout5.xml" Id="R35b3b4c070ec4748" /><Relationship Type="http://schemas.openxmlformats.org/officeDocument/2006/relationships/slideLayout" Target="/ppt/slideLayouts/slideLayout6.xml" Id="R37408d1b070243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686927d943451f"/>
    <p:sldLayoutId xmlns:r="http://schemas.openxmlformats.org/officeDocument/2006/relationships" id="2147483650" r:id="R802a213f627a45ef"/>
    <p:sldLayoutId xmlns:r="http://schemas.openxmlformats.org/officeDocument/2006/relationships" id="2147483651" r:id="Rea534213106c4a59"/>
    <p:sldLayoutId xmlns:r="http://schemas.openxmlformats.org/officeDocument/2006/relationships" id="2147483652" r:id="Ra0bb653799d9490e"/>
    <p:sldLayoutId xmlns:r="http://schemas.openxmlformats.org/officeDocument/2006/relationships" id="2147483653" r:id="R35b3b4c070ec4748"/>
    <p:sldLayoutId xmlns:r="http://schemas.openxmlformats.org/officeDocument/2006/relationships" id="2147483654" r:id="R37408d1b070243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e124b70f0384c1e" /><Relationship Type="http://schemas.openxmlformats.org/officeDocument/2006/relationships/notesSlide" Target="/ppt/notesSlides/notesSlide1.xml" Id="Rcfc8b0ee29664f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f61658c12c24009" /><Relationship Type="http://schemas.openxmlformats.org/officeDocument/2006/relationships/notesSlide" Target="/ppt/notesSlides/notesSlide2.xml" Id="R14695b01dff34c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67c2caaff2a4476" /><Relationship Type="http://schemas.openxmlformats.org/officeDocument/2006/relationships/image" Target="/ppt/media/image.png" Id="R0044055a4a0b496e" /><Relationship Type="http://schemas.openxmlformats.org/officeDocument/2006/relationships/notesSlide" Target="/ppt/notesSlides/notesSlide3.xml" Id="Re1bb732f810c4a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28758836372422e" /><Relationship Type="http://schemas.openxmlformats.org/officeDocument/2006/relationships/notesSlide" Target="/ppt/notesSlides/notesSlide4.xml" Id="R83b42230ccd847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e875c32c4e54723" /><Relationship Type="http://schemas.openxmlformats.org/officeDocument/2006/relationships/notesSlide" Target="/ppt/notesSlides/notesSlide5.xml" Id="Re2e342ba2a7d42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7be3f2cc70249cd" /><Relationship Type="http://schemas.openxmlformats.org/officeDocument/2006/relationships/notesSlide" Target="/ppt/notesSlides/notesSlide6.xml" Id="R334adbae5d5d47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ed435dbc8ae4f19" /><Relationship Type="http://schemas.openxmlformats.org/officeDocument/2006/relationships/image" Target="/ppt/media/image2.png" Id="R307bc348b5604c64" /><Relationship Type="http://schemas.openxmlformats.org/officeDocument/2006/relationships/notesSlide" Target="/ppt/notesSlides/notesSlide7.xml" Id="Rdffb0481f9c346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50196e6cad24478" /><Relationship Type="http://schemas.openxmlformats.org/officeDocument/2006/relationships/image" Target="/ppt/media/image3.png" Id="Rabfa29817faa4a2f" /><Relationship Type="http://schemas.openxmlformats.org/officeDocument/2006/relationships/notesSlide" Target="/ppt/notesSlides/notesSlide8.xml" Id="Rb0e5b99657b842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6a3ec21a0eb4579" /><Relationship Type="http://schemas.openxmlformats.org/officeDocument/2006/relationships/notesSlide" Target="/ppt/notesSlides/notesSlide9.xml" Id="Ra5c1c53cf16a47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7e927e230844f06" /><Relationship Type="http://schemas.openxmlformats.org/officeDocument/2006/relationships/chart" Target="/ppt/slides/charts/chart1.xml" Id="Rea02e70f7da34973" /><Relationship Type="http://schemas.openxmlformats.org/officeDocument/2006/relationships/notesSlide" Target="/ppt/notesSlides/notesSlide10.xml" Id="R7139867cad98424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c42d24e0d6d4013" /><Relationship Type="http://schemas.openxmlformats.org/officeDocument/2006/relationships/notesSlide" Target="/ppt/notesSlides/notesSlide11.xml" Id="Rd50b381f34184e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bb1d59239d742e9" /><Relationship Type="http://schemas.openxmlformats.org/officeDocument/2006/relationships/notesSlide" Target="/ppt/notesSlides/notesSlide12.xml" Id="R634d8bfa347b40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63b9fadbe1843b8" /><Relationship Type="http://schemas.openxmlformats.org/officeDocument/2006/relationships/notesSlide" Target="/ppt/notesSlides/notesSlide13.xml" Id="R0aa609bb21ee491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Jaccard baseline</c:v>
          </c:tx>
          <c:spPr>
            <a:solidFill xmlns:a="http://schemas.openxmlformats.org/drawingml/2006/main">
              <a:srgbClr val="77756E"/>
            </a:solidFill>
          </c:spPr>
          <c:invertIfNegative val="0"/>
          <c:cat>
            <c:strRef>
              <c:f>'Chart Data'!$A$2:$A$3</c:f>
              <c:strCache>
                <c:ptCount val="2"/>
                <c:pt idx="0">
                  <c:v>Recall</c:v>
                </c:pt>
                <c:pt idx="1">
                  <c:v>F1</c:v>
                </c:pt>
              </c:strCache>
            </c:strRef>
          </c:cat>
          <c:val>
            <c:numRef>
              <c:f>'Chart Data'!$B$2:$B$3</c:f>
              <c:numCache>
                <c:formatCode>0.00</c:formatCode>
                <c:ptCount val="2"/>
                <c:pt idx="0">
                  <c:v>0.060606</c:v>
                </c:pt>
                <c:pt idx="1">
                  <c:v>0.114286</c:v>
                </c:pt>
              </c:numCache>
            </c:numRef>
          </c:val>
        </c:ser>
        <c:ser>
          <c:idx val="1"/>
          <c:order val="1"/>
          <c:tx>
            <c:v>Aegis lexical</c:v>
          </c:tx>
          <c:spPr>
            <a:solidFill xmlns:a="http://schemas.openxmlformats.org/drawingml/2006/main">
              <a:srgbClr val="A64920"/>
            </a:solidFill>
          </c:spPr>
          <c:invertIfNegative val="0"/>
          <c:cat>
            <c:strRef>
              <c:f>'Chart Data'!$C$2:$C$3</c:f>
              <c:strCache>
                <c:ptCount val="2"/>
                <c:pt idx="0">
                  <c:v>Recall</c:v>
                </c:pt>
                <c:pt idx="1">
                  <c:v>F1</c:v>
                </c:pt>
              </c:strCache>
            </c:strRef>
          </c:cat>
          <c:val>
            <c:numRef>
              <c:f>'Chart Data'!$D$2:$D$3</c:f>
              <c:numCache>
                <c:formatCode>0.00</c:formatCode>
                <c:ptCount val="2"/>
                <c:pt idx="0">
                  <c:v>0.621212</c:v>
                </c:pt>
                <c:pt idx="1">
                  <c:v>0.766355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b="1">
                  <a:solidFill>
                    <a:srgbClr val="1C1C1A"/>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7C4BC"/>
            </a:solidFill>
          </a:ln>
        </c:spPr>
        <c:txPr>
          <a:bodyPr xmlns:a="http://schemas.openxmlformats.org/drawingml/2006/main" anchorCtr="1"/>
          <a:lstStyle xmlns:a="http://schemas.openxmlformats.org/drawingml/2006/main"/>
          <a:p xmlns:a="http://schemas.openxmlformats.org/drawingml/2006/main">
            <a:pPr>
              <a:defRPr sz="1875">
                <a:solidFill>
                  <a:srgbClr val="1C1C1A"/>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5715">
              <a:solidFill>
                <a:srgbClr val="D7D4CC"/>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B5A54"/>
                </a:solidFill>
                <a:latin typeface="Arial"/>
                <a:ea typeface="Arial"/>
                <a:cs typeface="Arial"/>
              </a:defRPr>
            </a:pPr>
          </a:p>
        </c:txPr>
        <c:crossAx val="48650112"/>
        <c:crossBetween val="between"/>
        <c:majorUnit val="0.25"/>
      </c:valAx>
      <c:spPr>
        <a:solidFill xmlns:a="http://schemas.openxmlformats.org/drawingml/2006/main">
          <a:srgbClr val="F6F4EE"/>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C1C1A"/>
              </a:solidFill>
              <a:latin typeface="Arial"/>
              <a:ea typeface="Arial"/>
              <a:cs typeface="Arial"/>
            </a:defRPr>
          </a:pPr>
        </a:p>
      </c:txPr>
    </c:legend>
    <c:plotVisOnly val="1"/>
  </c:chart>
  <c:spPr>
    <a:solidFill xmlns:a="http://schemas.openxmlformats.org/drawingml/2006/main">
      <a:srgbClr val="F6F4EE"/>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C1C1A"/>
        </a:solidFill>
      </p:bgPr>
    </p:bg>
    <p:spTree>
      <p:nvGrpSpPr>
        <p:cNvPr id="1" name=""/>
        <p:cNvGrpSpPr/>
        <p:nvPr/>
      </p:nvGrpSpPr>
      <p:grpSpPr>
        <a:xfrm xmlns:a="http://schemas.openxmlformats.org/drawingml/2006/main"/>
      </p:grpSpPr>
      <p:sp>
        <p:nvSpPr>
          <p:cNvPr id="2" name="Aegis">
            <a:extLst xmlns:a="http://schemas.openxmlformats.org/drawingml/2006/main">
              <a:ext uri="{FF2B5EF4-FFF2-40B4-BE49-F238E27FC236}">
                <a16:creationId xmlns:a16="http://schemas.microsoft.com/office/drawing/2014/main" id="{978D4512-16DA-4280-A354-FF1526A94945}"/>
              </a:ext>
            </a:extLst>
          </p:cNvPr>
          <p:cNvSpPr>
            <a:spLocks xmlns:a="http://schemas.openxmlformats.org/drawingml/2006/main" noGrp="1"/>
          </p:cNvSpPr>
          <p:nvPr/>
        </p:nvSpPr>
        <p:spPr>
          <a:xfrm xmlns:a="http://schemas.openxmlformats.org/drawingml/2006/main">
            <a:off x="609600" y="11811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200" b="1">
                <a:solidFill>
                  <a:srgbClr val="F6F4EE"/>
                </a:solidFill>
                <a:latin typeface="Arial"/>
                <a:ea typeface="Arial"/>
                <a:cs typeface="Arial"/>
              </a:defRPr>
            </a:defPPr>
            <a:lvl1pPr>
              <a:defRPr sz="7200" b="1">
                <a:solidFill>
                  <a:srgbClr val="F6F4EE"/>
                </a:solidFill>
                <a:latin typeface="Arial"/>
                <a:ea typeface="Arial"/>
                <a:cs typeface="Arial"/>
              </a:defRPr>
            </a:lvl1pPr>
            <a:lvl2pPr>
              <a:defRPr sz="7200" b="1">
                <a:solidFill>
                  <a:srgbClr val="F6F4EE"/>
                </a:solidFill>
                <a:latin typeface="Arial"/>
                <a:ea typeface="Arial"/>
                <a:cs typeface="Arial"/>
              </a:defRPr>
            </a:lvl2pPr>
            <a:lvl3pPr>
              <a:defRPr sz="7200" b="1">
                <a:solidFill>
                  <a:srgbClr val="F6F4EE"/>
                </a:solidFill>
                <a:latin typeface="Arial"/>
                <a:ea typeface="Arial"/>
                <a:cs typeface="Arial"/>
              </a:defRPr>
            </a:lvl3pPr>
            <a:lvl4pPr>
              <a:defRPr sz="7200" b="1">
                <a:solidFill>
                  <a:srgbClr val="F6F4EE"/>
                </a:solidFill>
                <a:latin typeface="Arial"/>
                <a:ea typeface="Arial"/>
                <a:cs typeface="Arial"/>
              </a:defRPr>
            </a:lvl4pPr>
            <a:lvl5pPr>
              <a:defRPr sz="7200" b="1">
                <a:solidFill>
                  <a:srgbClr val="F6F4EE"/>
                </a:solidFill>
                <a:latin typeface="Arial"/>
                <a:ea typeface="Arial"/>
                <a:cs typeface="Arial"/>
              </a:defRPr>
            </a:lvl5pPr>
            <a:lvl6pPr>
              <a:defRPr sz="7200" b="1">
                <a:solidFill>
                  <a:srgbClr val="F6F4EE"/>
                </a:solidFill>
                <a:latin typeface="Arial"/>
                <a:ea typeface="Arial"/>
                <a:cs typeface="Arial"/>
              </a:defRPr>
            </a:lvl6pPr>
            <a:lvl7pPr>
              <a:defRPr sz="7200" b="1">
                <a:solidFill>
                  <a:srgbClr val="F6F4EE"/>
                </a:solidFill>
                <a:latin typeface="Arial"/>
                <a:ea typeface="Arial"/>
                <a:cs typeface="Arial"/>
              </a:defRPr>
            </a:lvl7pPr>
            <a:lvl8pPr>
              <a:defRPr sz="7200" b="1">
                <a:solidFill>
                  <a:srgbClr val="F6F4EE"/>
                </a:solidFill>
                <a:latin typeface="Arial"/>
                <a:ea typeface="Arial"/>
                <a:cs typeface="Arial"/>
              </a:defRPr>
            </a:lvl8pPr>
            <a:lvl9pPr>
              <a:defRPr sz="7200" b="1">
                <a:solidFill>
                  <a:srgbClr val="F6F4EE"/>
                </a:solidFill>
                <a:latin typeface="Arial"/>
                <a:ea typeface="Arial"/>
                <a:cs typeface="Arial"/>
              </a:defRPr>
            </a:lvl9pPr>
          </a:lstStyle>
          <a:p xmlns:a="http://schemas.openxmlformats.org/drawingml/2006/main">
            <a:pPr>
              <a:defRPr sz="3300" b="1">
                <a:solidFill>
                  <a:srgbClr val="1C1C1A"/>
                </a:solidFill>
                <a:latin typeface="Arial"/>
                <a:ea typeface="Arial"/>
                <a:cs typeface="Arial"/>
              </a:defRPr>
            </a:pPr>
            <a:r>
              <a:rPr sz="7200" b="1">
                <a:solidFill>
                  <a:srgbClr val="F6F4EE"/>
                </a:solidFill>
                <a:latin typeface="Arial"/>
                <a:ea typeface="Arial"/>
                <a:cs typeface="Arial"/>
              </a:rPr>
              <a:t>Aegis</a:t>
            </a:r>
          </a:p>
        </p:txBody>
      </p:sp>
      <p:sp>
        <p:nvSpPr>
          <p:cNvPr id="3" name="01">
            <a:extLst xmlns:a="http://schemas.openxmlformats.org/drawingml/2006/main">
              <a:ext uri="{FF2B5EF4-FFF2-40B4-BE49-F238E27FC236}">
                <a16:creationId xmlns:a16="http://schemas.microsoft.com/office/drawing/2014/main" id="{90D22639-134C-4792-9842-3CAF083508A9}"/>
              </a:ext>
            </a:extLst>
          </p:cNvPr>
          <p:cNvSpPr>
            <a:spLocks xmlns:a="http://schemas.openxmlformats.org/drawingml/2006/main" noGrp="1"/>
          </p:cNvSpPr>
          <p:nvPr/>
        </p:nvSpPr>
        <p:spPr>
          <a:xfrm xmlns:a="http://schemas.openxmlformats.org/drawingml/2006/main">
            <a:off x="11049000" y="63627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BBB8AF"/>
                </a:solidFill>
                <a:latin typeface="Arial"/>
                <a:ea typeface="Arial"/>
                <a:cs typeface="Arial"/>
              </a:defRPr>
            </a:defPPr>
            <a:lvl1pPr algn="r">
              <a:defRPr sz="1350" b="0">
                <a:solidFill>
                  <a:srgbClr val="BBB8AF"/>
                </a:solidFill>
                <a:latin typeface="Arial"/>
                <a:ea typeface="Arial"/>
                <a:cs typeface="Arial"/>
              </a:defRPr>
            </a:lvl1pPr>
            <a:lvl2pPr algn="r">
              <a:defRPr sz="1350" b="0">
                <a:solidFill>
                  <a:srgbClr val="BBB8AF"/>
                </a:solidFill>
                <a:latin typeface="Arial"/>
                <a:ea typeface="Arial"/>
                <a:cs typeface="Arial"/>
              </a:defRPr>
            </a:lvl2pPr>
            <a:lvl3pPr algn="r">
              <a:defRPr sz="1350" b="0">
                <a:solidFill>
                  <a:srgbClr val="BBB8AF"/>
                </a:solidFill>
                <a:latin typeface="Arial"/>
                <a:ea typeface="Arial"/>
                <a:cs typeface="Arial"/>
              </a:defRPr>
            </a:lvl3pPr>
            <a:lvl4pPr algn="r">
              <a:defRPr sz="1350" b="0">
                <a:solidFill>
                  <a:srgbClr val="BBB8AF"/>
                </a:solidFill>
                <a:latin typeface="Arial"/>
                <a:ea typeface="Arial"/>
                <a:cs typeface="Arial"/>
              </a:defRPr>
            </a:lvl4pPr>
            <a:lvl5pPr algn="r">
              <a:defRPr sz="1350" b="0">
                <a:solidFill>
                  <a:srgbClr val="BBB8AF"/>
                </a:solidFill>
                <a:latin typeface="Arial"/>
                <a:ea typeface="Arial"/>
                <a:cs typeface="Arial"/>
              </a:defRPr>
            </a:lvl5pPr>
            <a:lvl6pPr algn="r">
              <a:defRPr sz="1350" b="0">
                <a:solidFill>
                  <a:srgbClr val="BBB8AF"/>
                </a:solidFill>
                <a:latin typeface="Arial"/>
                <a:ea typeface="Arial"/>
                <a:cs typeface="Arial"/>
              </a:defRPr>
            </a:lvl6pPr>
            <a:lvl7pPr algn="r">
              <a:defRPr sz="1350" b="0">
                <a:solidFill>
                  <a:srgbClr val="BBB8AF"/>
                </a:solidFill>
                <a:latin typeface="Arial"/>
                <a:ea typeface="Arial"/>
                <a:cs typeface="Arial"/>
              </a:defRPr>
            </a:lvl7pPr>
            <a:lvl8pPr algn="r">
              <a:defRPr sz="1350" b="0">
                <a:solidFill>
                  <a:srgbClr val="BBB8AF"/>
                </a:solidFill>
                <a:latin typeface="Arial"/>
                <a:ea typeface="Arial"/>
                <a:cs typeface="Arial"/>
              </a:defRPr>
            </a:lvl8pPr>
            <a:lvl9pPr algn="r">
              <a:defRPr sz="1350" b="0">
                <a:solidFill>
                  <a:srgbClr val="BBB8AF"/>
                </a:solidFill>
                <a:latin typeface="Arial"/>
                <a:ea typeface="Arial"/>
                <a:cs typeface="Arial"/>
              </a:defRPr>
            </a:lvl9pPr>
          </a:lstStyle>
          <a:p xmlns:a="http://schemas.openxmlformats.org/drawingml/2006/main">
            <a:pPr algn="r">
              <a:defRPr sz="1350" b="0">
                <a:solidFill>
                  <a:srgbClr val="5B5A54"/>
                </a:solidFill>
                <a:latin typeface="Arial"/>
                <a:ea typeface="Arial"/>
                <a:cs typeface="Arial"/>
              </a:defRPr>
            </a:pPr>
            <a:r>
              <a:rPr sz="1350" b="0">
                <a:solidFill>
                  <a:srgbClr val="BBB8AF"/>
                </a:solidFill>
                <a:latin typeface="Arial"/>
                <a:ea typeface="Arial"/>
                <a:cs typeface="Arial"/>
              </a:rPr>
              <a:t>01</a:t>
            </a:r>
          </a:p>
        </p:txBody>
      </p:sp>
      <p:sp>
        <p:nvSpPr>
          <p:cNvPr id="4" name="Emergency First-Response Coordination">
            <a:extLst xmlns:a="http://schemas.openxmlformats.org/drawingml/2006/main">
              <a:ext uri="{FF2B5EF4-FFF2-40B4-BE49-F238E27FC236}">
                <a16:creationId xmlns:a16="http://schemas.microsoft.com/office/drawing/2014/main" id="{90E74BBF-1B9D-46EF-A2E0-D4ADBED9D508}"/>
              </a:ext>
            </a:extLst>
          </p:cNvPr>
          <p:cNvSpPr>
            <a:spLocks xmlns:a="http://schemas.openxmlformats.org/drawingml/2006/main" noGrp="1"/>
          </p:cNvSpPr>
          <p:nvPr/>
        </p:nvSpPr>
        <p:spPr>
          <a:xfrm xmlns:a="http://schemas.openxmlformats.org/drawingml/2006/main">
            <a:off x="647700" y="25431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0">
                <a:solidFill>
                  <a:srgbClr val="F6F4EE"/>
                </a:solidFill>
                <a:latin typeface="Arial"/>
                <a:ea typeface="Arial"/>
                <a:cs typeface="Arial"/>
              </a:defRPr>
            </a:defPPr>
            <a:lvl1pPr>
              <a:defRPr sz="3150" b="0">
                <a:solidFill>
                  <a:srgbClr val="F6F4EE"/>
                </a:solidFill>
                <a:latin typeface="Arial"/>
                <a:ea typeface="Arial"/>
                <a:cs typeface="Arial"/>
              </a:defRPr>
            </a:lvl1pPr>
            <a:lvl2pPr>
              <a:defRPr sz="3150" b="0">
                <a:solidFill>
                  <a:srgbClr val="F6F4EE"/>
                </a:solidFill>
                <a:latin typeface="Arial"/>
                <a:ea typeface="Arial"/>
                <a:cs typeface="Arial"/>
              </a:defRPr>
            </a:lvl2pPr>
            <a:lvl3pPr>
              <a:defRPr sz="3150" b="0">
                <a:solidFill>
                  <a:srgbClr val="F6F4EE"/>
                </a:solidFill>
                <a:latin typeface="Arial"/>
                <a:ea typeface="Arial"/>
                <a:cs typeface="Arial"/>
              </a:defRPr>
            </a:lvl3pPr>
            <a:lvl4pPr>
              <a:defRPr sz="3150" b="0">
                <a:solidFill>
                  <a:srgbClr val="F6F4EE"/>
                </a:solidFill>
                <a:latin typeface="Arial"/>
                <a:ea typeface="Arial"/>
                <a:cs typeface="Arial"/>
              </a:defRPr>
            </a:lvl4pPr>
            <a:lvl5pPr>
              <a:defRPr sz="3150" b="0">
                <a:solidFill>
                  <a:srgbClr val="F6F4EE"/>
                </a:solidFill>
                <a:latin typeface="Arial"/>
                <a:ea typeface="Arial"/>
                <a:cs typeface="Arial"/>
              </a:defRPr>
            </a:lvl5pPr>
            <a:lvl6pPr>
              <a:defRPr sz="3150" b="0">
                <a:solidFill>
                  <a:srgbClr val="F6F4EE"/>
                </a:solidFill>
                <a:latin typeface="Arial"/>
                <a:ea typeface="Arial"/>
                <a:cs typeface="Arial"/>
              </a:defRPr>
            </a:lvl6pPr>
            <a:lvl7pPr>
              <a:defRPr sz="3150" b="0">
                <a:solidFill>
                  <a:srgbClr val="F6F4EE"/>
                </a:solidFill>
                <a:latin typeface="Arial"/>
                <a:ea typeface="Arial"/>
                <a:cs typeface="Arial"/>
              </a:defRPr>
            </a:lvl7pPr>
            <a:lvl8pPr>
              <a:defRPr sz="3150" b="0">
                <a:solidFill>
                  <a:srgbClr val="F6F4EE"/>
                </a:solidFill>
                <a:latin typeface="Arial"/>
                <a:ea typeface="Arial"/>
                <a:cs typeface="Arial"/>
              </a:defRPr>
            </a:lvl8pPr>
            <a:lvl9pPr>
              <a:defRPr sz="3150" b="0">
                <a:solidFill>
                  <a:srgbClr val="F6F4EE"/>
                </a:solidFill>
                <a:latin typeface="Arial"/>
                <a:ea typeface="Arial"/>
                <a:cs typeface="Arial"/>
              </a:defRPr>
            </a:lvl9pPr>
          </a:lstStyle>
          <a:p xmlns:a="http://schemas.openxmlformats.org/drawingml/2006/main">
            <a:pPr>
              <a:defRPr sz="3150" b="0">
                <a:solidFill>
                  <a:srgbClr val="F6F4EE"/>
                </a:solidFill>
                <a:latin typeface="Arial"/>
                <a:ea typeface="Arial"/>
                <a:cs typeface="Arial"/>
              </a:defRPr>
            </a:pPr>
            <a:r>
              <a:rPr sz="3150" b="0">
                <a:solidFill>
                  <a:srgbClr val="F6F4EE"/>
                </a:solidFill>
                <a:latin typeface="Arial"/>
                <a:ea typeface="Arial"/>
                <a:cs typeface="Arial"/>
              </a:rPr>
              <a:t>Emergency First-Response Coordination</a:t>
            </a:r>
          </a:p>
        </p:txBody>
      </p:sp>
      <p:sp>
        <p:nvSpPr>
          <p:cNvPr id="5" name="A campus event exercise prototype">
            <a:extLst xmlns:a="http://schemas.openxmlformats.org/drawingml/2006/main">
              <a:ext uri="{FF2B5EF4-FFF2-40B4-BE49-F238E27FC236}">
                <a16:creationId xmlns:a16="http://schemas.microsoft.com/office/drawing/2014/main" id="{220A2813-1AC5-49FC-A672-EC7249DFA276}"/>
              </a:ext>
            </a:extLst>
          </p:cNvPr>
          <p:cNvSpPr>
            <a:spLocks xmlns:a="http://schemas.openxmlformats.org/drawingml/2006/main" noGrp="1"/>
          </p:cNvSpPr>
          <p:nvPr/>
        </p:nvSpPr>
        <p:spPr>
          <a:xfrm xmlns:a="http://schemas.openxmlformats.org/drawingml/2006/main">
            <a:off x="647700" y="32575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D0CDC4"/>
                </a:solidFill>
                <a:latin typeface="Arial"/>
                <a:ea typeface="Arial"/>
                <a:cs typeface="Arial"/>
              </a:defRPr>
            </a:defPPr>
            <a:lvl1pPr>
              <a:defRPr sz="2100" b="0">
                <a:solidFill>
                  <a:srgbClr val="D0CDC4"/>
                </a:solidFill>
                <a:latin typeface="Arial"/>
                <a:ea typeface="Arial"/>
                <a:cs typeface="Arial"/>
              </a:defRPr>
            </a:lvl1pPr>
            <a:lvl2pPr>
              <a:defRPr sz="2100" b="0">
                <a:solidFill>
                  <a:srgbClr val="D0CDC4"/>
                </a:solidFill>
                <a:latin typeface="Arial"/>
                <a:ea typeface="Arial"/>
                <a:cs typeface="Arial"/>
              </a:defRPr>
            </a:lvl2pPr>
            <a:lvl3pPr>
              <a:defRPr sz="2100" b="0">
                <a:solidFill>
                  <a:srgbClr val="D0CDC4"/>
                </a:solidFill>
                <a:latin typeface="Arial"/>
                <a:ea typeface="Arial"/>
                <a:cs typeface="Arial"/>
              </a:defRPr>
            </a:lvl3pPr>
            <a:lvl4pPr>
              <a:defRPr sz="2100" b="0">
                <a:solidFill>
                  <a:srgbClr val="D0CDC4"/>
                </a:solidFill>
                <a:latin typeface="Arial"/>
                <a:ea typeface="Arial"/>
                <a:cs typeface="Arial"/>
              </a:defRPr>
            </a:lvl4pPr>
            <a:lvl5pPr>
              <a:defRPr sz="2100" b="0">
                <a:solidFill>
                  <a:srgbClr val="D0CDC4"/>
                </a:solidFill>
                <a:latin typeface="Arial"/>
                <a:ea typeface="Arial"/>
                <a:cs typeface="Arial"/>
              </a:defRPr>
            </a:lvl5pPr>
            <a:lvl6pPr>
              <a:defRPr sz="2100" b="0">
                <a:solidFill>
                  <a:srgbClr val="D0CDC4"/>
                </a:solidFill>
                <a:latin typeface="Arial"/>
                <a:ea typeface="Arial"/>
                <a:cs typeface="Arial"/>
              </a:defRPr>
            </a:lvl6pPr>
            <a:lvl7pPr>
              <a:defRPr sz="2100" b="0">
                <a:solidFill>
                  <a:srgbClr val="D0CDC4"/>
                </a:solidFill>
                <a:latin typeface="Arial"/>
                <a:ea typeface="Arial"/>
                <a:cs typeface="Arial"/>
              </a:defRPr>
            </a:lvl7pPr>
            <a:lvl8pPr>
              <a:defRPr sz="2100" b="0">
                <a:solidFill>
                  <a:srgbClr val="D0CDC4"/>
                </a:solidFill>
                <a:latin typeface="Arial"/>
                <a:ea typeface="Arial"/>
                <a:cs typeface="Arial"/>
              </a:defRPr>
            </a:lvl8pPr>
            <a:lvl9pPr>
              <a:defRPr sz="2100" b="0">
                <a:solidFill>
                  <a:srgbClr val="D0CDC4"/>
                </a:solidFill>
                <a:latin typeface="Arial"/>
                <a:ea typeface="Arial"/>
                <a:cs typeface="Arial"/>
              </a:defRPr>
            </a:lvl9pPr>
          </a:lstStyle>
          <a:p xmlns:a="http://schemas.openxmlformats.org/drawingml/2006/main">
            <a:pPr>
              <a:defRPr sz="2100" b="0">
                <a:solidFill>
                  <a:srgbClr val="D0CDC4"/>
                </a:solidFill>
                <a:latin typeface="Arial"/>
                <a:ea typeface="Arial"/>
                <a:cs typeface="Arial"/>
              </a:defRPr>
            </a:pPr>
            <a:r>
              <a:rPr sz="2100" b="0">
                <a:solidFill>
                  <a:srgbClr val="D0CDC4"/>
                </a:solidFill>
                <a:latin typeface="Arial"/>
                <a:ea typeface="Arial"/>
                <a:cs typeface="Arial"/>
              </a:rPr>
              <a:t>A campus event exercise prototype</a:t>
            </a:r>
          </a:p>
        </p:txBody>
      </p:sp>
      <p:sp>
        <p:nvSpPr>
          <p:cNvPr id="6" name="Ayush Pandey  24BIT0394&#10;Dheeraj Sutram  24BIT">
            <a:extLst xmlns:a="http://schemas.openxmlformats.org/drawingml/2006/main">
              <a:ext uri="{FF2B5EF4-FFF2-40B4-BE49-F238E27FC236}">
                <a16:creationId xmlns:a16="http://schemas.microsoft.com/office/drawing/2014/main" id="{46D47F6F-ED26-4A71-8FFC-7261FFA897BE}"/>
              </a:ext>
            </a:extLst>
          </p:cNvPr>
          <p:cNvSpPr>
            <a:spLocks xmlns:a="http://schemas.openxmlformats.org/drawingml/2006/main" noGrp="1"/>
          </p:cNvSpPr>
          <p:nvPr/>
        </p:nvSpPr>
        <p:spPr>
          <a:xfrm xmlns:a="http://schemas.openxmlformats.org/drawingml/2006/main">
            <a:off x="647700" y="5095875"/>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F6F4EE"/>
                </a:solidFill>
                <a:latin typeface="Arial"/>
                <a:ea typeface="Arial"/>
                <a:cs typeface="Arial"/>
              </a:defRPr>
            </a:defPPr>
            <a:lvl1pPr>
              <a:defRPr sz="1800" b="0">
                <a:solidFill>
                  <a:srgbClr val="F6F4EE"/>
                </a:solidFill>
                <a:latin typeface="Arial"/>
                <a:ea typeface="Arial"/>
                <a:cs typeface="Arial"/>
              </a:defRPr>
            </a:lvl1pPr>
            <a:lvl2pPr>
              <a:defRPr sz="1800" b="0">
                <a:solidFill>
                  <a:srgbClr val="F6F4EE"/>
                </a:solidFill>
                <a:latin typeface="Arial"/>
                <a:ea typeface="Arial"/>
                <a:cs typeface="Arial"/>
              </a:defRPr>
            </a:lvl2pPr>
            <a:lvl3pPr>
              <a:defRPr sz="1800" b="0">
                <a:solidFill>
                  <a:srgbClr val="F6F4EE"/>
                </a:solidFill>
                <a:latin typeface="Arial"/>
                <a:ea typeface="Arial"/>
                <a:cs typeface="Arial"/>
              </a:defRPr>
            </a:lvl3pPr>
            <a:lvl4pPr>
              <a:defRPr sz="1800" b="0">
                <a:solidFill>
                  <a:srgbClr val="F6F4EE"/>
                </a:solidFill>
                <a:latin typeface="Arial"/>
                <a:ea typeface="Arial"/>
                <a:cs typeface="Arial"/>
              </a:defRPr>
            </a:lvl4pPr>
            <a:lvl5pPr>
              <a:defRPr sz="1800" b="0">
                <a:solidFill>
                  <a:srgbClr val="F6F4EE"/>
                </a:solidFill>
                <a:latin typeface="Arial"/>
                <a:ea typeface="Arial"/>
                <a:cs typeface="Arial"/>
              </a:defRPr>
            </a:lvl5pPr>
            <a:lvl6pPr>
              <a:defRPr sz="1800" b="0">
                <a:solidFill>
                  <a:srgbClr val="F6F4EE"/>
                </a:solidFill>
                <a:latin typeface="Arial"/>
                <a:ea typeface="Arial"/>
                <a:cs typeface="Arial"/>
              </a:defRPr>
            </a:lvl6pPr>
            <a:lvl7pPr>
              <a:defRPr sz="1800" b="0">
                <a:solidFill>
                  <a:srgbClr val="F6F4EE"/>
                </a:solidFill>
                <a:latin typeface="Arial"/>
                <a:ea typeface="Arial"/>
                <a:cs typeface="Arial"/>
              </a:defRPr>
            </a:lvl7pPr>
            <a:lvl8pPr>
              <a:defRPr sz="1800" b="0">
                <a:solidFill>
                  <a:srgbClr val="F6F4EE"/>
                </a:solidFill>
                <a:latin typeface="Arial"/>
                <a:ea typeface="Arial"/>
                <a:cs typeface="Arial"/>
              </a:defRPr>
            </a:lvl8pPr>
            <a:lvl9pPr>
              <a:defRPr sz="1800" b="0">
                <a:solidFill>
                  <a:srgbClr val="F6F4EE"/>
                </a:solidFill>
                <a:latin typeface="Arial"/>
                <a:ea typeface="Arial"/>
                <a:cs typeface="Arial"/>
              </a:defRPr>
            </a:lvl9pPr>
          </a:lstStyle>
          <a:p xmlns:a="http://schemas.openxmlformats.org/drawingml/2006/main">
            <a:pPr>
              <a:defRPr sz="1800" b="0">
                <a:solidFill>
                  <a:srgbClr val="F6F4EE"/>
                </a:solidFill>
                <a:latin typeface="Arial"/>
                <a:ea typeface="Arial"/>
                <a:cs typeface="Arial"/>
              </a:defRPr>
            </a:pPr>
            <a:r>
              <a:rPr sz="1800" b="0">
                <a:solidFill>
                  <a:srgbClr val="F6F4EE"/>
                </a:solidFill>
                <a:latin typeface="Arial"/>
                <a:ea typeface="Arial"/>
                <a:cs typeface="Arial"/>
              </a:rPr>
              <a:t>Ayush Pandey  24BIT0394</a:t>
            </a:r>
          </a:p>
          <a:p xmlns:a="http://schemas.openxmlformats.org/drawingml/2006/main">
            <a:pPr>
              <a:defRPr sz="1800" b="0">
                <a:solidFill>
                  <a:srgbClr val="F6F4EE"/>
                </a:solidFill>
                <a:latin typeface="Arial"/>
                <a:ea typeface="Arial"/>
                <a:cs typeface="Arial"/>
              </a:defRPr>
            </a:pPr>
            <a:r>
              <a:rPr sz="1800" b="0">
                <a:solidFill>
                  <a:srgbClr val="F6F4EE"/>
                </a:solidFill>
                <a:latin typeface="Arial"/>
                <a:ea typeface="Arial"/>
                <a:cs typeface="Arial"/>
              </a:rPr>
              <a:t>Dheeraj Sutram  24BIT0416</a:t>
            </a:r>
          </a:p>
        </p:txBody>
      </p:sp>
      <p:sp>
        <p:nvSpPr>
          <p:cNvPr id="7" name="AI Innovate-A-Thon&#10;Topic 10">
            <a:extLst xmlns:a="http://schemas.openxmlformats.org/drawingml/2006/main">
              <a:ext uri="{FF2B5EF4-FFF2-40B4-BE49-F238E27FC236}">
                <a16:creationId xmlns:a16="http://schemas.microsoft.com/office/drawing/2014/main" id="{D1A9958C-E223-43B3-9A80-6391F5A9310F}"/>
              </a:ext>
            </a:extLst>
          </p:cNvPr>
          <p:cNvSpPr>
            <a:spLocks xmlns:a="http://schemas.openxmlformats.org/drawingml/2006/main" noGrp="1"/>
          </p:cNvSpPr>
          <p:nvPr/>
        </p:nvSpPr>
        <p:spPr>
          <a:xfrm xmlns:a="http://schemas.openxmlformats.org/drawingml/2006/main">
            <a:off x="8763000" y="5095875"/>
            <a:ext cx="2819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800" b="0">
                <a:solidFill>
                  <a:srgbClr val="D0CDC4"/>
                </a:solidFill>
                <a:latin typeface="Arial"/>
                <a:ea typeface="Arial"/>
                <a:cs typeface="Arial"/>
              </a:defRPr>
            </a:defPPr>
            <a:lvl1pPr algn="r">
              <a:defRPr sz="1800" b="0">
                <a:solidFill>
                  <a:srgbClr val="D0CDC4"/>
                </a:solidFill>
                <a:latin typeface="Arial"/>
                <a:ea typeface="Arial"/>
                <a:cs typeface="Arial"/>
              </a:defRPr>
            </a:lvl1pPr>
            <a:lvl2pPr algn="r">
              <a:defRPr sz="1800" b="0">
                <a:solidFill>
                  <a:srgbClr val="D0CDC4"/>
                </a:solidFill>
                <a:latin typeface="Arial"/>
                <a:ea typeface="Arial"/>
                <a:cs typeface="Arial"/>
              </a:defRPr>
            </a:lvl2pPr>
            <a:lvl3pPr algn="r">
              <a:defRPr sz="1800" b="0">
                <a:solidFill>
                  <a:srgbClr val="D0CDC4"/>
                </a:solidFill>
                <a:latin typeface="Arial"/>
                <a:ea typeface="Arial"/>
                <a:cs typeface="Arial"/>
              </a:defRPr>
            </a:lvl3pPr>
            <a:lvl4pPr algn="r">
              <a:defRPr sz="1800" b="0">
                <a:solidFill>
                  <a:srgbClr val="D0CDC4"/>
                </a:solidFill>
                <a:latin typeface="Arial"/>
                <a:ea typeface="Arial"/>
                <a:cs typeface="Arial"/>
              </a:defRPr>
            </a:lvl4pPr>
            <a:lvl5pPr algn="r">
              <a:defRPr sz="1800" b="0">
                <a:solidFill>
                  <a:srgbClr val="D0CDC4"/>
                </a:solidFill>
                <a:latin typeface="Arial"/>
                <a:ea typeface="Arial"/>
                <a:cs typeface="Arial"/>
              </a:defRPr>
            </a:lvl5pPr>
            <a:lvl6pPr algn="r">
              <a:defRPr sz="1800" b="0">
                <a:solidFill>
                  <a:srgbClr val="D0CDC4"/>
                </a:solidFill>
                <a:latin typeface="Arial"/>
                <a:ea typeface="Arial"/>
                <a:cs typeface="Arial"/>
              </a:defRPr>
            </a:lvl6pPr>
            <a:lvl7pPr algn="r">
              <a:defRPr sz="1800" b="0">
                <a:solidFill>
                  <a:srgbClr val="D0CDC4"/>
                </a:solidFill>
                <a:latin typeface="Arial"/>
                <a:ea typeface="Arial"/>
                <a:cs typeface="Arial"/>
              </a:defRPr>
            </a:lvl7pPr>
            <a:lvl8pPr algn="r">
              <a:defRPr sz="1800" b="0">
                <a:solidFill>
                  <a:srgbClr val="D0CDC4"/>
                </a:solidFill>
                <a:latin typeface="Arial"/>
                <a:ea typeface="Arial"/>
                <a:cs typeface="Arial"/>
              </a:defRPr>
            </a:lvl8pPr>
            <a:lvl9pPr algn="r">
              <a:defRPr sz="1800" b="0">
                <a:solidFill>
                  <a:srgbClr val="D0CDC4"/>
                </a:solidFill>
                <a:latin typeface="Arial"/>
                <a:ea typeface="Arial"/>
                <a:cs typeface="Arial"/>
              </a:defRPr>
            </a:lvl9pPr>
          </a:lstStyle>
          <a:p xmlns:a="http://schemas.openxmlformats.org/drawingml/2006/main">
            <a:pPr algn="r">
              <a:defRPr sz="1800" b="0">
                <a:solidFill>
                  <a:srgbClr val="D0CDC4"/>
                </a:solidFill>
                <a:latin typeface="Arial"/>
                <a:ea typeface="Arial"/>
                <a:cs typeface="Arial"/>
              </a:defRPr>
            </a:pPr>
            <a:r>
              <a:rPr sz="1800" b="0">
                <a:solidFill>
                  <a:srgbClr val="D0CDC4"/>
                </a:solidFill>
                <a:latin typeface="Arial"/>
                <a:ea typeface="Arial"/>
                <a:cs typeface="Arial"/>
              </a:rPr>
              <a:t>AI Innovate-A-Thon</a:t>
            </a:r>
          </a:p>
          <a:p xmlns:a="http://schemas.openxmlformats.org/drawingml/2006/main">
            <a:pPr algn="r">
              <a:defRPr sz="1800" b="0">
                <a:solidFill>
                  <a:srgbClr val="D0CDC4"/>
                </a:solidFill>
                <a:latin typeface="Arial"/>
                <a:ea typeface="Arial"/>
                <a:cs typeface="Arial"/>
              </a:defRPr>
            </a:pPr>
            <a:r>
              <a:rPr sz="1800" b="0">
                <a:solidFill>
                  <a:srgbClr val="D0CDC4"/>
                </a:solidFill>
                <a:latin typeface="Arial"/>
                <a:ea typeface="Arial"/>
                <a:cs typeface="Arial"/>
              </a:rPr>
              <a:t>Topic 10</a:t>
            </a:r>
          </a:p>
        </p:txBody>
      </p:sp>
    </p:spTree>
    <p:extLst>
      <p:ext uri="{BB962C8B-B14F-4D97-AF65-F5344CB8AC3E}">
        <p14:creationId xmlns:p14="http://schemas.microsoft.com/office/powerpoint/2010/main" val="911520598"/>
      </p:ext>
    </p:extLst>
  </p:cSld>
</p:sld>
</file>

<file path=ppt/slides/slide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 name="Overlapping reports need a common incident vi">
            <a:extLst xmlns:a="http://schemas.openxmlformats.org/drawingml/2006/main">
              <a:ext uri="{FF2B5EF4-FFF2-40B4-BE49-F238E27FC236}">
                <a16:creationId xmlns:a16="http://schemas.microsoft.com/office/drawing/2014/main" id="{84460386-5BEA-44E3-B057-D210414431F4}"/>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C1C1A"/>
                </a:solidFill>
                <a:latin typeface="Arial"/>
                <a:ea typeface="Arial"/>
                <a:cs typeface="Arial"/>
              </a:defRPr>
            </a:defPPr>
            <a:lvl1pPr>
              <a:defRPr sz="3300" b="1">
                <a:solidFill>
                  <a:srgbClr val="1C1C1A"/>
                </a:solidFill>
                <a:latin typeface="Arial"/>
                <a:ea typeface="Arial"/>
                <a:cs typeface="Arial"/>
              </a:defRPr>
            </a:lvl1pPr>
            <a:lvl2pPr>
              <a:defRPr sz="3300" b="1">
                <a:solidFill>
                  <a:srgbClr val="1C1C1A"/>
                </a:solidFill>
                <a:latin typeface="Arial"/>
                <a:ea typeface="Arial"/>
                <a:cs typeface="Arial"/>
              </a:defRPr>
            </a:lvl2pPr>
            <a:lvl3pPr>
              <a:defRPr sz="3300" b="1">
                <a:solidFill>
                  <a:srgbClr val="1C1C1A"/>
                </a:solidFill>
                <a:latin typeface="Arial"/>
                <a:ea typeface="Arial"/>
                <a:cs typeface="Arial"/>
              </a:defRPr>
            </a:lvl3pPr>
            <a:lvl4pPr>
              <a:defRPr sz="3300" b="1">
                <a:solidFill>
                  <a:srgbClr val="1C1C1A"/>
                </a:solidFill>
                <a:latin typeface="Arial"/>
                <a:ea typeface="Arial"/>
                <a:cs typeface="Arial"/>
              </a:defRPr>
            </a:lvl4pPr>
            <a:lvl5pPr>
              <a:defRPr sz="3300" b="1">
                <a:solidFill>
                  <a:srgbClr val="1C1C1A"/>
                </a:solidFill>
                <a:latin typeface="Arial"/>
                <a:ea typeface="Arial"/>
                <a:cs typeface="Arial"/>
              </a:defRPr>
            </a:lvl5pPr>
            <a:lvl6pPr>
              <a:defRPr sz="3300" b="1">
                <a:solidFill>
                  <a:srgbClr val="1C1C1A"/>
                </a:solidFill>
                <a:latin typeface="Arial"/>
                <a:ea typeface="Arial"/>
                <a:cs typeface="Arial"/>
              </a:defRPr>
            </a:lvl6pPr>
            <a:lvl7pPr>
              <a:defRPr sz="3300" b="1">
                <a:solidFill>
                  <a:srgbClr val="1C1C1A"/>
                </a:solidFill>
                <a:latin typeface="Arial"/>
                <a:ea typeface="Arial"/>
                <a:cs typeface="Arial"/>
              </a:defRPr>
            </a:lvl7pPr>
            <a:lvl8pPr>
              <a:defRPr sz="3300" b="1">
                <a:solidFill>
                  <a:srgbClr val="1C1C1A"/>
                </a:solidFill>
                <a:latin typeface="Arial"/>
                <a:ea typeface="Arial"/>
                <a:cs typeface="Arial"/>
              </a:defRPr>
            </a:lvl8pPr>
            <a:lvl9pPr>
              <a:defRPr sz="3300" b="1">
                <a:solidFill>
                  <a:srgbClr val="1C1C1A"/>
                </a:solidFill>
                <a:latin typeface="Arial"/>
                <a:ea typeface="Arial"/>
                <a:cs typeface="Arial"/>
              </a:defRPr>
            </a:lvl9pPr>
          </a:lstStyle>
          <a:p xmlns:a="http://schemas.openxmlformats.org/drawingml/2006/main">
            <a:pPr>
              <a:defRPr sz="3300" b="1">
                <a:solidFill>
                  <a:srgbClr val="1C1C1A"/>
                </a:solidFill>
                <a:latin typeface="Arial"/>
                <a:ea typeface="Arial"/>
                <a:cs typeface="Arial"/>
              </a:defRPr>
            </a:pPr>
            <a:r>
              <a:rPr sz="3300" b="1">
                <a:solidFill>
                  <a:srgbClr val="1C1C1A"/>
                </a:solidFill>
                <a:latin typeface="Arial"/>
                <a:ea typeface="Arial"/>
                <a:cs typeface="Arial"/>
              </a:rPr>
              <a:t>Overlapping reports need a common incident view</a:t>
            </a:r>
          </a:p>
        </p:txBody>
      </p:sp>
      <p:sp>
        <p:nvSpPr>
          <p:cNvPr id="3" name="02">
            <a:extLst xmlns:a="http://schemas.openxmlformats.org/drawingml/2006/main">
              <a:ext uri="{FF2B5EF4-FFF2-40B4-BE49-F238E27FC236}">
                <a16:creationId xmlns:a16="http://schemas.microsoft.com/office/drawing/2014/main" id="{DC229FEF-098D-451A-82D0-0C2648FD19B7}"/>
              </a:ext>
            </a:extLst>
          </p:cNvPr>
          <p:cNvSpPr>
            <a:spLocks xmlns:a="http://schemas.openxmlformats.org/drawingml/2006/main" noGrp="1"/>
          </p:cNvSpPr>
          <p:nvPr/>
        </p:nvSpPr>
        <p:spPr>
          <a:xfrm xmlns:a="http://schemas.openxmlformats.org/drawingml/2006/main">
            <a:off x="11049000" y="63627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B5A54"/>
                </a:solidFill>
                <a:latin typeface="Arial"/>
                <a:ea typeface="Arial"/>
                <a:cs typeface="Arial"/>
              </a:defRPr>
            </a:defPPr>
            <a:lvl1pPr algn="r">
              <a:defRPr sz="1350" b="0">
                <a:solidFill>
                  <a:srgbClr val="5B5A54"/>
                </a:solidFill>
                <a:latin typeface="Arial"/>
                <a:ea typeface="Arial"/>
                <a:cs typeface="Arial"/>
              </a:defRPr>
            </a:lvl1pPr>
            <a:lvl2pPr algn="r">
              <a:defRPr sz="1350" b="0">
                <a:solidFill>
                  <a:srgbClr val="5B5A54"/>
                </a:solidFill>
                <a:latin typeface="Arial"/>
                <a:ea typeface="Arial"/>
                <a:cs typeface="Arial"/>
              </a:defRPr>
            </a:lvl2pPr>
            <a:lvl3pPr algn="r">
              <a:defRPr sz="1350" b="0">
                <a:solidFill>
                  <a:srgbClr val="5B5A54"/>
                </a:solidFill>
                <a:latin typeface="Arial"/>
                <a:ea typeface="Arial"/>
                <a:cs typeface="Arial"/>
              </a:defRPr>
            </a:lvl3pPr>
            <a:lvl4pPr algn="r">
              <a:defRPr sz="1350" b="0">
                <a:solidFill>
                  <a:srgbClr val="5B5A54"/>
                </a:solidFill>
                <a:latin typeface="Arial"/>
                <a:ea typeface="Arial"/>
                <a:cs typeface="Arial"/>
              </a:defRPr>
            </a:lvl4pPr>
            <a:lvl5pPr algn="r">
              <a:defRPr sz="1350" b="0">
                <a:solidFill>
                  <a:srgbClr val="5B5A54"/>
                </a:solidFill>
                <a:latin typeface="Arial"/>
                <a:ea typeface="Arial"/>
                <a:cs typeface="Arial"/>
              </a:defRPr>
            </a:lvl5pPr>
            <a:lvl6pPr algn="r">
              <a:defRPr sz="1350" b="0">
                <a:solidFill>
                  <a:srgbClr val="5B5A54"/>
                </a:solidFill>
                <a:latin typeface="Arial"/>
                <a:ea typeface="Arial"/>
                <a:cs typeface="Arial"/>
              </a:defRPr>
            </a:lvl6pPr>
            <a:lvl7pPr algn="r">
              <a:defRPr sz="1350" b="0">
                <a:solidFill>
                  <a:srgbClr val="5B5A54"/>
                </a:solidFill>
                <a:latin typeface="Arial"/>
                <a:ea typeface="Arial"/>
                <a:cs typeface="Arial"/>
              </a:defRPr>
            </a:lvl7pPr>
            <a:lvl8pPr algn="r">
              <a:defRPr sz="1350" b="0">
                <a:solidFill>
                  <a:srgbClr val="5B5A54"/>
                </a:solidFill>
                <a:latin typeface="Arial"/>
                <a:ea typeface="Arial"/>
                <a:cs typeface="Arial"/>
              </a:defRPr>
            </a:lvl8pPr>
            <a:lvl9pPr algn="r">
              <a:defRPr sz="1350" b="0">
                <a:solidFill>
                  <a:srgbClr val="5B5A54"/>
                </a:solidFill>
                <a:latin typeface="Arial"/>
                <a:ea typeface="Arial"/>
                <a:cs typeface="Arial"/>
              </a:defRPr>
            </a:lvl9pPr>
          </a:lstStyle>
          <a:p xmlns:a="http://schemas.openxmlformats.org/drawingml/2006/main">
            <a:pPr algn="r">
              <a:defRPr sz="1350" b="0">
                <a:solidFill>
                  <a:srgbClr val="5B5A54"/>
                </a:solidFill>
                <a:latin typeface="Arial"/>
                <a:ea typeface="Arial"/>
                <a:cs typeface="Arial"/>
              </a:defRPr>
            </a:pPr>
            <a:r>
              <a:rPr sz="1350" b="0">
                <a:solidFill>
                  <a:srgbClr val="5B5A54"/>
                </a:solidFill>
                <a:latin typeface="Arial"/>
                <a:ea typeface="Arial"/>
                <a:cs typeface="Arial"/>
              </a:rPr>
              <a:t>02</a:t>
            </a:r>
          </a:p>
        </p:txBody>
      </p:sp>
      <p:sp>
        <p:nvSpPr>
          <p:cNvPr id="4" name="“People are bunching up because the inner doo">
            <a:extLst xmlns:a="http://schemas.openxmlformats.org/drawingml/2006/main">
              <a:ext uri="{FF2B5EF4-FFF2-40B4-BE49-F238E27FC236}">
                <a16:creationId xmlns:a16="http://schemas.microsoft.com/office/drawing/2014/main" id="{2E7CD81D-E1F5-4140-B283-8B4EDCE000C5}"/>
              </a:ext>
            </a:extLst>
          </p:cNvPr>
          <p:cNvSpPr>
            <a:spLocks xmlns:a="http://schemas.openxmlformats.org/drawingml/2006/main" noGrp="1"/>
          </p:cNvSpPr>
          <p:nvPr/>
        </p:nvSpPr>
        <p:spPr>
          <a:xfrm xmlns:a="http://schemas.openxmlformats.org/drawingml/2006/main">
            <a:off x="609600" y="1524000"/>
            <a:ext cx="10763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1C1C1A"/>
                </a:solidFill>
                <a:latin typeface="Arial"/>
                <a:ea typeface="Arial"/>
                <a:cs typeface="Arial"/>
              </a:defRPr>
            </a:defPPr>
            <a:lvl1pPr>
              <a:defRPr sz="2400" b="0">
                <a:solidFill>
                  <a:srgbClr val="1C1C1A"/>
                </a:solidFill>
                <a:latin typeface="Arial"/>
                <a:ea typeface="Arial"/>
                <a:cs typeface="Arial"/>
              </a:defRPr>
            </a:lvl1pPr>
            <a:lvl2pPr>
              <a:defRPr sz="2400" b="0">
                <a:solidFill>
                  <a:srgbClr val="1C1C1A"/>
                </a:solidFill>
                <a:latin typeface="Arial"/>
                <a:ea typeface="Arial"/>
                <a:cs typeface="Arial"/>
              </a:defRPr>
            </a:lvl2pPr>
            <a:lvl3pPr>
              <a:defRPr sz="2400" b="0">
                <a:solidFill>
                  <a:srgbClr val="1C1C1A"/>
                </a:solidFill>
                <a:latin typeface="Arial"/>
                <a:ea typeface="Arial"/>
                <a:cs typeface="Arial"/>
              </a:defRPr>
            </a:lvl3pPr>
            <a:lvl4pPr>
              <a:defRPr sz="2400" b="0">
                <a:solidFill>
                  <a:srgbClr val="1C1C1A"/>
                </a:solidFill>
                <a:latin typeface="Arial"/>
                <a:ea typeface="Arial"/>
                <a:cs typeface="Arial"/>
              </a:defRPr>
            </a:lvl4pPr>
            <a:lvl5pPr>
              <a:defRPr sz="2400" b="0">
                <a:solidFill>
                  <a:srgbClr val="1C1C1A"/>
                </a:solidFill>
                <a:latin typeface="Arial"/>
                <a:ea typeface="Arial"/>
                <a:cs typeface="Arial"/>
              </a:defRPr>
            </a:lvl5pPr>
            <a:lvl6pPr>
              <a:defRPr sz="2400" b="0">
                <a:solidFill>
                  <a:srgbClr val="1C1C1A"/>
                </a:solidFill>
                <a:latin typeface="Arial"/>
                <a:ea typeface="Arial"/>
                <a:cs typeface="Arial"/>
              </a:defRPr>
            </a:lvl6pPr>
            <a:lvl7pPr>
              <a:defRPr sz="2400" b="0">
                <a:solidFill>
                  <a:srgbClr val="1C1C1A"/>
                </a:solidFill>
                <a:latin typeface="Arial"/>
                <a:ea typeface="Arial"/>
                <a:cs typeface="Arial"/>
              </a:defRPr>
            </a:lvl7pPr>
            <a:lvl8pPr>
              <a:defRPr sz="2400" b="0">
                <a:solidFill>
                  <a:srgbClr val="1C1C1A"/>
                </a:solidFill>
                <a:latin typeface="Arial"/>
                <a:ea typeface="Arial"/>
                <a:cs typeface="Arial"/>
              </a:defRPr>
            </a:lvl8pPr>
            <a:lvl9pPr>
              <a:defRPr sz="2400" b="0">
                <a:solidFill>
                  <a:srgbClr val="1C1C1A"/>
                </a:solidFill>
                <a:latin typeface="Arial"/>
                <a:ea typeface="Arial"/>
                <a:cs typeface="Arial"/>
              </a:defRPr>
            </a:lvl9pPr>
          </a:lstStyle>
          <a:p xmlns:a="http://schemas.openxmlformats.org/drawingml/2006/main">
            <a:pPr>
              <a:defRPr sz="2400" b="0">
                <a:solidFill>
                  <a:srgbClr val="1C1C1A"/>
                </a:solidFill>
                <a:latin typeface="Arial"/>
                <a:ea typeface="Arial"/>
                <a:cs typeface="Arial"/>
              </a:defRPr>
            </a:pPr>
            <a:r>
              <a:rPr sz="2400" b="0">
                <a:solidFill>
                  <a:srgbClr val="1C1C1A"/>
                </a:solidFill>
                <a:latin typeface="Arial"/>
                <a:ea typeface="Arial"/>
                <a:cs typeface="Arial"/>
              </a:rPr>
              <a:t>“People are bunching up because the inner door</a:t>
            </a:r>
          </a:p>
          <a:p xmlns:a="http://schemas.openxmlformats.org/drawingml/2006/main">
            <a:pPr>
              <a:defRPr sz="2400" b="0">
                <a:solidFill>
                  <a:srgbClr val="1C1C1A"/>
                </a:solidFill>
                <a:latin typeface="Arial"/>
                <a:ea typeface="Arial"/>
                <a:cs typeface="Arial"/>
              </a:defRPr>
            </a:pPr>
            <a:r>
              <a:rPr sz="2400" b="0">
                <a:solidFill>
                  <a:srgbClr val="1C1C1A"/>
                </a:solidFill>
                <a:latin typeface="Arial"/>
                <a:ea typeface="Arial"/>
                <a:cs typeface="Arial"/>
              </a:rPr>
              <a:t>at Exit A will not open.”</a:t>
            </a:r>
          </a:p>
        </p:txBody>
      </p:sp>
      <p:sp>
        <p:nvSpPr>
          <p:cNvPr id="5" name="“The inside Exit A door seems jammed.”">
            <a:extLst xmlns:a="http://schemas.openxmlformats.org/drawingml/2006/main">
              <a:ext uri="{FF2B5EF4-FFF2-40B4-BE49-F238E27FC236}">
                <a16:creationId xmlns:a16="http://schemas.microsoft.com/office/drawing/2014/main" id="{169A9157-2312-41EF-842F-068C733B77F4}"/>
              </a:ext>
            </a:extLst>
          </p:cNvPr>
          <p:cNvSpPr>
            <a:spLocks xmlns:a="http://schemas.openxmlformats.org/drawingml/2006/main" noGrp="1"/>
          </p:cNvSpPr>
          <p:nvPr/>
        </p:nvSpPr>
        <p:spPr>
          <a:xfrm xmlns:a="http://schemas.openxmlformats.org/drawingml/2006/main">
            <a:off x="609600" y="278130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1C1C1A"/>
                </a:solidFill>
                <a:latin typeface="Arial"/>
                <a:ea typeface="Arial"/>
                <a:cs typeface="Arial"/>
              </a:defRPr>
            </a:defPPr>
            <a:lvl1pPr>
              <a:defRPr sz="2400" b="0">
                <a:solidFill>
                  <a:srgbClr val="1C1C1A"/>
                </a:solidFill>
                <a:latin typeface="Arial"/>
                <a:ea typeface="Arial"/>
                <a:cs typeface="Arial"/>
              </a:defRPr>
            </a:lvl1pPr>
            <a:lvl2pPr>
              <a:defRPr sz="2400" b="0">
                <a:solidFill>
                  <a:srgbClr val="1C1C1A"/>
                </a:solidFill>
                <a:latin typeface="Arial"/>
                <a:ea typeface="Arial"/>
                <a:cs typeface="Arial"/>
              </a:defRPr>
            </a:lvl2pPr>
            <a:lvl3pPr>
              <a:defRPr sz="2400" b="0">
                <a:solidFill>
                  <a:srgbClr val="1C1C1A"/>
                </a:solidFill>
                <a:latin typeface="Arial"/>
                <a:ea typeface="Arial"/>
                <a:cs typeface="Arial"/>
              </a:defRPr>
            </a:lvl3pPr>
            <a:lvl4pPr>
              <a:defRPr sz="2400" b="0">
                <a:solidFill>
                  <a:srgbClr val="1C1C1A"/>
                </a:solidFill>
                <a:latin typeface="Arial"/>
                <a:ea typeface="Arial"/>
                <a:cs typeface="Arial"/>
              </a:defRPr>
            </a:lvl4pPr>
            <a:lvl5pPr>
              <a:defRPr sz="2400" b="0">
                <a:solidFill>
                  <a:srgbClr val="1C1C1A"/>
                </a:solidFill>
                <a:latin typeface="Arial"/>
                <a:ea typeface="Arial"/>
                <a:cs typeface="Arial"/>
              </a:defRPr>
            </a:lvl5pPr>
            <a:lvl6pPr>
              <a:defRPr sz="2400" b="0">
                <a:solidFill>
                  <a:srgbClr val="1C1C1A"/>
                </a:solidFill>
                <a:latin typeface="Arial"/>
                <a:ea typeface="Arial"/>
                <a:cs typeface="Arial"/>
              </a:defRPr>
            </a:lvl6pPr>
            <a:lvl7pPr>
              <a:defRPr sz="2400" b="0">
                <a:solidFill>
                  <a:srgbClr val="1C1C1A"/>
                </a:solidFill>
                <a:latin typeface="Arial"/>
                <a:ea typeface="Arial"/>
                <a:cs typeface="Arial"/>
              </a:defRPr>
            </a:lvl7pPr>
            <a:lvl8pPr>
              <a:defRPr sz="2400" b="0">
                <a:solidFill>
                  <a:srgbClr val="1C1C1A"/>
                </a:solidFill>
                <a:latin typeface="Arial"/>
                <a:ea typeface="Arial"/>
                <a:cs typeface="Arial"/>
              </a:defRPr>
            </a:lvl8pPr>
            <a:lvl9pPr>
              <a:defRPr sz="2400" b="0">
                <a:solidFill>
                  <a:srgbClr val="1C1C1A"/>
                </a:solidFill>
                <a:latin typeface="Arial"/>
                <a:ea typeface="Arial"/>
                <a:cs typeface="Arial"/>
              </a:defRPr>
            </a:lvl9pPr>
          </a:lstStyle>
          <a:p xmlns:a="http://schemas.openxmlformats.org/drawingml/2006/main">
            <a:pPr>
              <a:defRPr sz="2400" b="0">
                <a:solidFill>
                  <a:srgbClr val="1C1C1A"/>
                </a:solidFill>
                <a:latin typeface="Arial"/>
                <a:ea typeface="Arial"/>
                <a:cs typeface="Arial"/>
              </a:defRPr>
            </a:pPr>
            <a:r>
              <a:rPr sz="2400" b="0">
                <a:solidFill>
                  <a:srgbClr val="1C1C1A"/>
                </a:solidFill>
                <a:latin typeface="Arial"/>
                <a:ea typeface="Arial"/>
                <a:cs typeface="Arial"/>
              </a:rPr>
              <a:t>“The inside Exit A door seems jammed.”</a:t>
            </a:r>
          </a:p>
        </p:txBody>
      </p:sp>
      <p:sp>
        <p:nvSpPr>
          <p:cNvPr id="6" name="A later account describes the door as clear.">
            <a:extLst xmlns:a="http://schemas.openxmlformats.org/drawingml/2006/main">
              <a:ext uri="{FF2B5EF4-FFF2-40B4-BE49-F238E27FC236}">
                <a16:creationId xmlns:a16="http://schemas.microsoft.com/office/drawing/2014/main" id="{F151D0ED-1522-4244-941A-581A0E7D66A3}"/>
              </a:ext>
            </a:extLst>
          </p:cNvPr>
          <p:cNvSpPr>
            <a:spLocks xmlns:a="http://schemas.openxmlformats.org/drawingml/2006/main" noGrp="1"/>
          </p:cNvSpPr>
          <p:nvPr/>
        </p:nvSpPr>
        <p:spPr>
          <a:xfrm xmlns:a="http://schemas.openxmlformats.org/drawingml/2006/main">
            <a:off x="609600" y="384810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1C1C1A"/>
                </a:solidFill>
                <a:latin typeface="Arial"/>
                <a:ea typeface="Arial"/>
                <a:cs typeface="Arial"/>
              </a:defRPr>
            </a:defPPr>
            <a:lvl1pPr>
              <a:defRPr sz="2400" b="0">
                <a:solidFill>
                  <a:srgbClr val="1C1C1A"/>
                </a:solidFill>
                <a:latin typeface="Arial"/>
                <a:ea typeface="Arial"/>
                <a:cs typeface="Arial"/>
              </a:defRPr>
            </a:lvl1pPr>
            <a:lvl2pPr>
              <a:defRPr sz="2400" b="0">
                <a:solidFill>
                  <a:srgbClr val="1C1C1A"/>
                </a:solidFill>
                <a:latin typeface="Arial"/>
                <a:ea typeface="Arial"/>
                <a:cs typeface="Arial"/>
              </a:defRPr>
            </a:lvl2pPr>
            <a:lvl3pPr>
              <a:defRPr sz="2400" b="0">
                <a:solidFill>
                  <a:srgbClr val="1C1C1A"/>
                </a:solidFill>
                <a:latin typeface="Arial"/>
                <a:ea typeface="Arial"/>
                <a:cs typeface="Arial"/>
              </a:defRPr>
            </a:lvl3pPr>
            <a:lvl4pPr>
              <a:defRPr sz="2400" b="0">
                <a:solidFill>
                  <a:srgbClr val="1C1C1A"/>
                </a:solidFill>
                <a:latin typeface="Arial"/>
                <a:ea typeface="Arial"/>
                <a:cs typeface="Arial"/>
              </a:defRPr>
            </a:lvl4pPr>
            <a:lvl5pPr>
              <a:defRPr sz="2400" b="0">
                <a:solidFill>
                  <a:srgbClr val="1C1C1A"/>
                </a:solidFill>
                <a:latin typeface="Arial"/>
                <a:ea typeface="Arial"/>
                <a:cs typeface="Arial"/>
              </a:defRPr>
            </a:lvl5pPr>
            <a:lvl6pPr>
              <a:defRPr sz="2400" b="0">
                <a:solidFill>
                  <a:srgbClr val="1C1C1A"/>
                </a:solidFill>
                <a:latin typeface="Arial"/>
                <a:ea typeface="Arial"/>
                <a:cs typeface="Arial"/>
              </a:defRPr>
            </a:lvl6pPr>
            <a:lvl7pPr>
              <a:defRPr sz="2400" b="0">
                <a:solidFill>
                  <a:srgbClr val="1C1C1A"/>
                </a:solidFill>
                <a:latin typeface="Arial"/>
                <a:ea typeface="Arial"/>
                <a:cs typeface="Arial"/>
              </a:defRPr>
            </a:lvl7pPr>
            <a:lvl8pPr>
              <a:defRPr sz="2400" b="0">
                <a:solidFill>
                  <a:srgbClr val="1C1C1A"/>
                </a:solidFill>
                <a:latin typeface="Arial"/>
                <a:ea typeface="Arial"/>
                <a:cs typeface="Arial"/>
              </a:defRPr>
            </a:lvl8pPr>
            <a:lvl9pPr>
              <a:defRPr sz="2400" b="0">
                <a:solidFill>
                  <a:srgbClr val="1C1C1A"/>
                </a:solidFill>
                <a:latin typeface="Arial"/>
                <a:ea typeface="Arial"/>
                <a:cs typeface="Arial"/>
              </a:defRPr>
            </a:lvl9pPr>
          </a:lstStyle>
          <a:p xmlns:a="http://schemas.openxmlformats.org/drawingml/2006/main">
            <a:pPr>
              <a:defRPr sz="2400" b="0">
                <a:solidFill>
                  <a:srgbClr val="1C1C1A"/>
                </a:solidFill>
                <a:latin typeface="Arial"/>
                <a:ea typeface="Arial"/>
                <a:cs typeface="Arial"/>
              </a:defRPr>
            </a:pPr>
            <a:r>
              <a:rPr sz="2400" b="0">
                <a:solidFill>
                  <a:srgbClr val="1C1C1A"/>
                </a:solidFill>
                <a:latin typeface="Arial"/>
                <a:ea typeface="Arial"/>
                <a:cs typeface="Arial"/>
              </a:rPr>
              <a:t>A later account describes the door as clear.</a:t>
            </a:r>
          </a:p>
        </p:txBody>
      </p:sp>
      <p:sp>
        <p:nvSpPr>
          <p:cNvPr id="7" name="The board retains each account and flags the ">
            <a:extLst xmlns:a="http://schemas.openxmlformats.org/drawingml/2006/main">
              <a:ext uri="{FF2B5EF4-FFF2-40B4-BE49-F238E27FC236}">
                <a16:creationId xmlns:a16="http://schemas.microsoft.com/office/drawing/2014/main" id="{8FE2ED4C-4EA3-4FA7-A5CC-131D33BB3471}"/>
              </a:ext>
            </a:extLst>
          </p:cNvPr>
          <p:cNvSpPr>
            <a:spLocks xmlns:a="http://schemas.openxmlformats.org/drawingml/2006/main" noGrp="1"/>
          </p:cNvSpPr>
          <p:nvPr/>
        </p:nvSpPr>
        <p:spPr>
          <a:xfrm xmlns:a="http://schemas.openxmlformats.org/drawingml/2006/main">
            <a:off x="609600" y="533400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C1C1A"/>
                </a:solidFill>
                <a:latin typeface="Arial"/>
                <a:ea typeface="Arial"/>
                <a:cs typeface="Arial"/>
              </a:defRPr>
            </a:defPPr>
            <a:lvl1pPr>
              <a:defRPr sz="2100" b="1">
                <a:solidFill>
                  <a:srgbClr val="1C1C1A"/>
                </a:solidFill>
                <a:latin typeface="Arial"/>
                <a:ea typeface="Arial"/>
                <a:cs typeface="Arial"/>
              </a:defRPr>
            </a:lvl1pPr>
            <a:lvl2pPr>
              <a:defRPr sz="2100" b="1">
                <a:solidFill>
                  <a:srgbClr val="1C1C1A"/>
                </a:solidFill>
                <a:latin typeface="Arial"/>
                <a:ea typeface="Arial"/>
                <a:cs typeface="Arial"/>
              </a:defRPr>
            </a:lvl2pPr>
            <a:lvl3pPr>
              <a:defRPr sz="2100" b="1">
                <a:solidFill>
                  <a:srgbClr val="1C1C1A"/>
                </a:solidFill>
                <a:latin typeface="Arial"/>
                <a:ea typeface="Arial"/>
                <a:cs typeface="Arial"/>
              </a:defRPr>
            </a:lvl3pPr>
            <a:lvl4pPr>
              <a:defRPr sz="2100" b="1">
                <a:solidFill>
                  <a:srgbClr val="1C1C1A"/>
                </a:solidFill>
                <a:latin typeface="Arial"/>
                <a:ea typeface="Arial"/>
                <a:cs typeface="Arial"/>
              </a:defRPr>
            </a:lvl4pPr>
            <a:lvl5pPr>
              <a:defRPr sz="2100" b="1">
                <a:solidFill>
                  <a:srgbClr val="1C1C1A"/>
                </a:solidFill>
                <a:latin typeface="Arial"/>
                <a:ea typeface="Arial"/>
                <a:cs typeface="Arial"/>
              </a:defRPr>
            </a:lvl5pPr>
            <a:lvl6pPr>
              <a:defRPr sz="2100" b="1">
                <a:solidFill>
                  <a:srgbClr val="1C1C1A"/>
                </a:solidFill>
                <a:latin typeface="Arial"/>
                <a:ea typeface="Arial"/>
                <a:cs typeface="Arial"/>
              </a:defRPr>
            </a:lvl6pPr>
            <a:lvl7pPr>
              <a:defRPr sz="2100" b="1">
                <a:solidFill>
                  <a:srgbClr val="1C1C1A"/>
                </a:solidFill>
                <a:latin typeface="Arial"/>
                <a:ea typeface="Arial"/>
                <a:cs typeface="Arial"/>
              </a:defRPr>
            </a:lvl7pPr>
            <a:lvl8pPr>
              <a:defRPr sz="2100" b="1">
                <a:solidFill>
                  <a:srgbClr val="1C1C1A"/>
                </a:solidFill>
                <a:latin typeface="Arial"/>
                <a:ea typeface="Arial"/>
                <a:cs typeface="Arial"/>
              </a:defRPr>
            </a:lvl8pPr>
            <a:lvl9pPr>
              <a:defRPr sz="2100" b="1">
                <a:solidFill>
                  <a:srgbClr val="1C1C1A"/>
                </a:solidFill>
                <a:latin typeface="Arial"/>
                <a:ea typeface="Arial"/>
                <a:cs typeface="Arial"/>
              </a:defRPr>
            </a:lvl9pPr>
          </a:lstStyle>
          <a:p xmlns:a="http://schemas.openxmlformats.org/drawingml/2006/main">
            <a:pPr>
              <a:defRPr sz="2100" b="1">
                <a:solidFill>
                  <a:srgbClr val="1C1C1A"/>
                </a:solidFill>
                <a:latin typeface="Arial"/>
                <a:ea typeface="Arial"/>
                <a:cs typeface="Arial"/>
              </a:defRPr>
            </a:pPr>
            <a:r>
              <a:rPr sz="2100" b="1">
                <a:solidFill>
                  <a:srgbClr val="1C1C1A"/>
                </a:solidFill>
                <a:latin typeface="Arial"/>
                <a:ea typeface="Arial"/>
                <a:cs typeface="Arial"/>
              </a:rPr>
              <a:t>The board retains each account and flags the change for review.</a:t>
            </a:r>
          </a:p>
        </p:txBody>
      </p:sp>
    </p:spTree>
    <p:extLst>
      <p:ext uri="{BB962C8B-B14F-4D97-AF65-F5344CB8AC3E}">
        <p14:creationId xmlns:p14="http://schemas.microsoft.com/office/powerpoint/2010/main" val="73583153"/>
      </p:ext>
    </p:extLst>
  </p:cSld>
</p:sld>
</file>

<file path=ppt/slides/slide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 name="The coordinator board">
            <a:extLst xmlns:a="http://schemas.openxmlformats.org/drawingml/2006/main">
              <a:ext uri="{FF2B5EF4-FFF2-40B4-BE49-F238E27FC236}">
                <a16:creationId xmlns:a16="http://schemas.microsoft.com/office/drawing/2014/main" id="{E2CD9524-DBD7-46DD-BF25-48DC6B5CA4C8}"/>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C1C1A"/>
                </a:solidFill>
                <a:latin typeface="Arial"/>
                <a:ea typeface="Arial"/>
                <a:cs typeface="Arial"/>
              </a:defRPr>
            </a:defPPr>
            <a:lvl1pPr>
              <a:defRPr sz="3300" b="1">
                <a:solidFill>
                  <a:srgbClr val="1C1C1A"/>
                </a:solidFill>
                <a:latin typeface="Arial"/>
                <a:ea typeface="Arial"/>
                <a:cs typeface="Arial"/>
              </a:defRPr>
            </a:lvl1pPr>
            <a:lvl2pPr>
              <a:defRPr sz="3300" b="1">
                <a:solidFill>
                  <a:srgbClr val="1C1C1A"/>
                </a:solidFill>
                <a:latin typeface="Arial"/>
                <a:ea typeface="Arial"/>
                <a:cs typeface="Arial"/>
              </a:defRPr>
            </a:lvl2pPr>
            <a:lvl3pPr>
              <a:defRPr sz="3300" b="1">
                <a:solidFill>
                  <a:srgbClr val="1C1C1A"/>
                </a:solidFill>
                <a:latin typeface="Arial"/>
                <a:ea typeface="Arial"/>
                <a:cs typeface="Arial"/>
              </a:defRPr>
            </a:lvl3pPr>
            <a:lvl4pPr>
              <a:defRPr sz="3300" b="1">
                <a:solidFill>
                  <a:srgbClr val="1C1C1A"/>
                </a:solidFill>
                <a:latin typeface="Arial"/>
                <a:ea typeface="Arial"/>
                <a:cs typeface="Arial"/>
              </a:defRPr>
            </a:lvl4pPr>
            <a:lvl5pPr>
              <a:defRPr sz="3300" b="1">
                <a:solidFill>
                  <a:srgbClr val="1C1C1A"/>
                </a:solidFill>
                <a:latin typeface="Arial"/>
                <a:ea typeface="Arial"/>
                <a:cs typeface="Arial"/>
              </a:defRPr>
            </a:lvl5pPr>
            <a:lvl6pPr>
              <a:defRPr sz="3300" b="1">
                <a:solidFill>
                  <a:srgbClr val="1C1C1A"/>
                </a:solidFill>
                <a:latin typeface="Arial"/>
                <a:ea typeface="Arial"/>
                <a:cs typeface="Arial"/>
              </a:defRPr>
            </a:lvl6pPr>
            <a:lvl7pPr>
              <a:defRPr sz="3300" b="1">
                <a:solidFill>
                  <a:srgbClr val="1C1C1A"/>
                </a:solidFill>
                <a:latin typeface="Arial"/>
                <a:ea typeface="Arial"/>
                <a:cs typeface="Arial"/>
              </a:defRPr>
            </a:lvl7pPr>
            <a:lvl8pPr>
              <a:defRPr sz="3300" b="1">
                <a:solidFill>
                  <a:srgbClr val="1C1C1A"/>
                </a:solidFill>
                <a:latin typeface="Arial"/>
                <a:ea typeface="Arial"/>
                <a:cs typeface="Arial"/>
              </a:defRPr>
            </a:lvl8pPr>
            <a:lvl9pPr>
              <a:defRPr sz="3300" b="1">
                <a:solidFill>
                  <a:srgbClr val="1C1C1A"/>
                </a:solidFill>
                <a:latin typeface="Arial"/>
                <a:ea typeface="Arial"/>
                <a:cs typeface="Arial"/>
              </a:defRPr>
            </a:lvl9pPr>
          </a:lstStyle>
          <a:p xmlns:a="http://schemas.openxmlformats.org/drawingml/2006/main">
            <a:pPr>
              <a:defRPr sz="3300" b="1">
                <a:solidFill>
                  <a:srgbClr val="1C1C1A"/>
                </a:solidFill>
                <a:latin typeface="Arial"/>
                <a:ea typeface="Arial"/>
                <a:cs typeface="Arial"/>
              </a:defRPr>
            </a:pPr>
            <a:r>
              <a:rPr sz="3300" b="1">
                <a:solidFill>
                  <a:srgbClr val="1C1C1A"/>
                </a:solidFill>
                <a:latin typeface="Arial"/>
                <a:ea typeface="Arial"/>
                <a:cs typeface="Arial"/>
              </a:rPr>
              <a:t>The coordinator board</a:t>
            </a:r>
          </a:p>
        </p:txBody>
      </p:sp>
      <p:sp>
        <p:nvSpPr>
          <p:cNvPr id="3" name="03">
            <a:extLst xmlns:a="http://schemas.openxmlformats.org/drawingml/2006/main">
              <a:ext uri="{FF2B5EF4-FFF2-40B4-BE49-F238E27FC236}">
                <a16:creationId xmlns:a16="http://schemas.microsoft.com/office/drawing/2014/main" id="{04C243C4-513D-472A-8B83-08E38CEE5493}"/>
              </a:ext>
            </a:extLst>
          </p:cNvPr>
          <p:cNvSpPr>
            <a:spLocks xmlns:a="http://schemas.openxmlformats.org/drawingml/2006/main" noGrp="1"/>
          </p:cNvSpPr>
          <p:nvPr/>
        </p:nvSpPr>
        <p:spPr>
          <a:xfrm xmlns:a="http://schemas.openxmlformats.org/drawingml/2006/main">
            <a:off x="11049000" y="63627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B5A54"/>
                </a:solidFill>
                <a:latin typeface="Arial"/>
                <a:ea typeface="Arial"/>
                <a:cs typeface="Arial"/>
              </a:defRPr>
            </a:defPPr>
            <a:lvl1pPr algn="r">
              <a:defRPr sz="1350" b="0">
                <a:solidFill>
                  <a:srgbClr val="5B5A54"/>
                </a:solidFill>
                <a:latin typeface="Arial"/>
                <a:ea typeface="Arial"/>
                <a:cs typeface="Arial"/>
              </a:defRPr>
            </a:lvl1pPr>
            <a:lvl2pPr algn="r">
              <a:defRPr sz="1350" b="0">
                <a:solidFill>
                  <a:srgbClr val="5B5A54"/>
                </a:solidFill>
                <a:latin typeface="Arial"/>
                <a:ea typeface="Arial"/>
                <a:cs typeface="Arial"/>
              </a:defRPr>
            </a:lvl2pPr>
            <a:lvl3pPr algn="r">
              <a:defRPr sz="1350" b="0">
                <a:solidFill>
                  <a:srgbClr val="5B5A54"/>
                </a:solidFill>
                <a:latin typeface="Arial"/>
                <a:ea typeface="Arial"/>
                <a:cs typeface="Arial"/>
              </a:defRPr>
            </a:lvl3pPr>
            <a:lvl4pPr algn="r">
              <a:defRPr sz="1350" b="0">
                <a:solidFill>
                  <a:srgbClr val="5B5A54"/>
                </a:solidFill>
                <a:latin typeface="Arial"/>
                <a:ea typeface="Arial"/>
                <a:cs typeface="Arial"/>
              </a:defRPr>
            </a:lvl4pPr>
            <a:lvl5pPr algn="r">
              <a:defRPr sz="1350" b="0">
                <a:solidFill>
                  <a:srgbClr val="5B5A54"/>
                </a:solidFill>
                <a:latin typeface="Arial"/>
                <a:ea typeface="Arial"/>
                <a:cs typeface="Arial"/>
              </a:defRPr>
            </a:lvl5pPr>
            <a:lvl6pPr algn="r">
              <a:defRPr sz="1350" b="0">
                <a:solidFill>
                  <a:srgbClr val="5B5A54"/>
                </a:solidFill>
                <a:latin typeface="Arial"/>
                <a:ea typeface="Arial"/>
                <a:cs typeface="Arial"/>
              </a:defRPr>
            </a:lvl6pPr>
            <a:lvl7pPr algn="r">
              <a:defRPr sz="1350" b="0">
                <a:solidFill>
                  <a:srgbClr val="5B5A54"/>
                </a:solidFill>
                <a:latin typeface="Arial"/>
                <a:ea typeface="Arial"/>
                <a:cs typeface="Arial"/>
              </a:defRPr>
            </a:lvl7pPr>
            <a:lvl8pPr algn="r">
              <a:defRPr sz="1350" b="0">
                <a:solidFill>
                  <a:srgbClr val="5B5A54"/>
                </a:solidFill>
                <a:latin typeface="Arial"/>
                <a:ea typeface="Arial"/>
                <a:cs typeface="Arial"/>
              </a:defRPr>
            </a:lvl8pPr>
            <a:lvl9pPr algn="r">
              <a:defRPr sz="1350" b="0">
                <a:solidFill>
                  <a:srgbClr val="5B5A54"/>
                </a:solidFill>
                <a:latin typeface="Arial"/>
                <a:ea typeface="Arial"/>
                <a:cs typeface="Arial"/>
              </a:defRPr>
            </a:lvl9pPr>
          </a:lstStyle>
          <a:p xmlns:a="http://schemas.openxmlformats.org/drawingml/2006/main">
            <a:pPr algn="r">
              <a:defRPr sz="1350" b="0">
                <a:solidFill>
                  <a:srgbClr val="5B5A54"/>
                </a:solidFill>
                <a:latin typeface="Arial"/>
                <a:ea typeface="Arial"/>
                <a:cs typeface="Arial"/>
              </a:defRPr>
            </a:pPr>
            <a:r>
              <a:rPr sz="1350" b="0">
                <a:solidFill>
                  <a:srgbClr val="5B5A54"/>
                </a:solidFill>
                <a:latin typeface="Arial"/>
                <a:ea typeface="Arial"/>
                <a:cs typeface="Arial"/>
              </a:rPr>
              <a:t>03</a:t>
            </a:r>
          </a:p>
        </p:txBody>
      </p:sp>
      <p:pic>
        <p:nvPicPr>
          <p:cNvPr id="4" name="">
            <a:extLst xmlns:a="http://schemas.openxmlformats.org/drawingml/2006/main">
              <a:ext uri="{FF2B5EF4-FFF2-40B4-BE49-F238E27FC236}">
                <a16:creationId xmlns:a16="http://schemas.microsoft.com/office/drawing/2014/main" id="{83FCDD82-1509-48A7-8D50-D6D15622C818}"/>
              </a:ext>
            </a:extLst>
          </p:cNvPr>
          <p:cNvPicPr>
            <a:picLocks xmlns:a="http://schemas.openxmlformats.org/drawingml/2006/main" noChangeAspect="1"/>
          </p:cNvPicPr>
          <p:nvPr/>
        </p:nvPicPr>
        <p:blipFill>
          <a:blip xmlns:r="http://schemas.openxmlformats.org/officeDocument/2006/relationships" xmlns:a="http://schemas.openxmlformats.org/drawingml/2006/main" r:embed="R0044055a4a0b496e"/>
          <a:stretch xmlns:a="http://schemas.openxmlformats.org/drawingml/2006/main"/>
        </p:blipFill>
        <p:spPr>
          <a:xfrm xmlns:a="http://schemas.openxmlformats.org/drawingml/2006/main">
            <a:off x="2362200" y="1266825"/>
            <a:ext cx="7467600" cy="4667250"/>
          </a:xfrm>
          <a:prstGeom xmlns:a="http://schemas.openxmlformats.org/drawingml/2006/main" prst="rect">
            <a:avLst/>
          </a:prstGeom>
        </p:spPr>
      </p:pic>
      <p:sp>
        <p:nvSpPr>
          <p:cNvPr id="5" name="24 reports   /   8 provisional groups   /   3">
            <a:extLst xmlns:a="http://schemas.openxmlformats.org/drawingml/2006/main">
              <a:ext uri="{FF2B5EF4-FFF2-40B4-BE49-F238E27FC236}">
                <a16:creationId xmlns:a16="http://schemas.microsoft.com/office/drawing/2014/main" id="{19C77049-AAA4-425D-B22A-BDAC72C3214B}"/>
              </a:ext>
            </a:extLst>
          </p:cNvPr>
          <p:cNvSpPr>
            <a:spLocks xmlns:a="http://schemas.openxmlformats.org/drawingml/2006/main" noGrp="1"/>
          </p:cNvSpPr>
          <p:nvPr/>
        </p:nvSpPr>
        <p:spPr>
          <a:xfrm xmlns:a="http://schemas.openxmlformats.org/drawingml/2006/main">
            <a:off x="609600" y="603885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C1C1A"/>
                </a:solidFill>
                <a:latin typeface="Arial"/>
                <a:ea typeface="Arial"/>
                <a:cs typeface="Arial"/>
              </a:defRPr>
            </a:defPPr>
            <a:lvl1pPr>
              <a:defRPr sz="1725" b="1">
                <a:solidFill>
                  <a:srgbClr val="1C1C1A"/>
                </a:solidFill>
                <a:latin typeface="Arial"/>
                <a:ea typeface="Arial"/>
                <a:cs typeface="Arial"/>
              </a:defRPr>
            </a:lvl1pPr>
            <a:lvl2pPr>
              <a:defRPr sz="1725" b="1">
                <a:solidFill>
                  <a:srgbClr val="1C1C1A"/>
                </a:solidFill>
                <a:latin typeface="Arial"/>
                <a:ea typeface="Arial"/>
                <a:cs typeface="Arial"/>
              </a:defRPr>
            </a:lvl2pPr>
            <a:lvl3pPr>
              <a:defRPr sz="1725" b="1">
                <a:solidFill>
                  <a:srgbClr val="1C1C1A"/>
                </a:solidFill>
                <a:latin typeface="Arial"/>
                <a:ea typeface="Arial"/>
                <a:cs typeface="Arial"/>
              </a:defRPr>
            </a:lvl3pPr>
            <a:lvl4pPr>
              <a:defRPr sz="1725" b="1">
                <a:solidFill>
                  <a:srgbClr val="1C1C1A"/>
                </a:solidFill>
                <a:latin typeface="Arial"/>
                <a:ea typeface="Arial"/>
                <a:cs typeface="Arial"/>
              </a:defRPr>
            </a:lvl4pPr>
            <a:lvl5pPr>
              <a:defRPr sz="1725" b="1">
                <a:solidFill>
                  <a:srgbClr val="1C1C1A"/>
                </a:solidFill>
                <a:latin typeface="Arial"/>
                <a:ea typeface="Arial"/>
                <a:cs typeface="Arial"/>
              </a:defRPr>
            </a:lvl5pPr>
            <a:lvl6pPr>
              <a:defRPr sz="1725" b="1">
                <a:solidFill>
                  <a:srgbClr val="1C1C1A"/>
                </a:solidFill>
                <a:latin typeface="Arial"/>
                <a:ea typeface="Arial"/>
                <a:cs typeface="Arial"/>
              </a:defRPr>
            </a:lvl6pPr>
            <a:lvl7pPr>
              <a:defRPr sz="1725" b="1">
                <a:solidFill>
                  <a:srgbClr val="1C1C1A"/>
                </a:solidFill>
                <a:latin typeface="Arial"/>
                <a:ea typeface="Arial"/>
                <a:cs typeface="Arial"/>
              </a:defRPr>
            </a:lvl7pPr>
            <a:lvl8pPr>
              <a:defRPr sz="1725" b="1">
                <a:solidFill>
                  <a:srgbClr val="1C1C1A"/>
                </a:solidFill>
                <a:latin typeface="Arial"/>
                <a:ea typeface="Arial"/>
                <a:cs typeface="Arial"/>
              </a:defRPr>
            </a:lvl8pPr>
            <a:lvl9pPr>
              <a:defRPr sz="1725" b="1">
                <a:solidFill>
                  <a:srgbClr val="1C1C1A"/>
                </a:solidFill>
                <a:latin typeface="Arial"/>
                <a:ea typeface="Arial"/>
                <a:cs typeface="Arial"/>
              </a:defRPr>
            </a:lvl9pPr>
          </a:lstStyle>
          <a:p xmlns:a="http://schemas.openxmlformats.org/drawingml/2006/main">
            <a:pPr>
              <a:defRPr sz="1725" b="1">
                <a:solidFill>
                  <a:srgbClr val="1C1C1A"/>
                </a:solidFill>
                <a:latin typeface="Arial"/>
                <a:ea typeface="Arial"/>
                <a:cs typeface="Arial"/>
              </a:defRPr>
            </a:pPr>
            <a:r>
              <a:rPr sz="1725" b="1">
                <a:solidFill>
                  <a:srgbClr val="1C1C1A"/>
                </a:solidFill>
                <a:latin typeface="Arial"/>
                <a:ea typeface="Arial"/>
                <a:cs typeface="Arial"/>
              </a:rPr>
              <a:t>24 reports   /   8 provisional groups   /   3 conflicting report pairs</a:t>
            </a:r>
          </a:p>
        </p:txBody>
      </p:sp>
    </p:spTree>
    <p:extLst>
      <p:ext uri="{BB962C8B-B14F-4D97-AF65-F5344CB8AC3E}">
        <p14:creationId xmlns:p14="http://schemas.microsoft.com/office/powerpoint/2010/main" val="1558506460"/>
      </p:ext>
    </p:extLst>
  </p:cSld>
</p:sld>
</file>

<file path=ppt/slides/slide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 name="System architecture">
            <a:extLst xmlns:a="http://schemas.openxmlformats.org/drawingml/2006/main">
              <a:ext uri="{FF2B5EF4-FFF2-40B4-BE49-F238E27FC236}">
                <a16:creationId xmlns:a16="http://schemas.microsoft.com/office/drawing/2014/main" id="{57A50B52-490D-463A-85D1-B5734759D1E7}"/>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C1C1A"/>
                </a:solidFill>
                <a:latin typeface="Arial"/>
                <a:ea typeface="Arial"/>
                <a:cs typeface="Arial"/>
              </a:defRPr>
            </a:defPPr>
            <a:lvl1pPr>
              <a:defRPr sz="3300" b="1">
                <a:solidFill>
                  <a:srgbClr val="1C1C1A"/>
                </a:solidFill>
                <a:latin typeface="Arial"/>
                <a:ea typeface="Arial"/>
                <a:cs typeface="Arial"/>
              </a:defRPr>
            </a:lvl1pPr>
            <a:lvl2pPr>
              <a:defRPr sz="3300" b="1">
                <a:solidFill>
                  <a:srgbClr val="1C1C1A"/>
                </a:solidFill>
                <a:latin typeface="Arial"/>
                <a:ea typeface="Arial"/>
                <a:cs typeface="Arial"/>
              </a:defRPr>
            </a:lvl2pPr>
            <a:lvl3pPr>
              <a:defRPr sz="3300" b="1">
                <a:solidFill>
                  <a:srgbClr val="1C1C1A"/>
                </a:solidFill>
                <a:latin typeface="Arial"/>
                <a:ea typeface="Arial"/>
                <a:cs typeface="Arial"/>
              </a:defRPr>
            </a:lvl3pPr>
            <a:lvl4pPr>
              <a:defRPr sz="3300" b="1">
                <a:solidFill>
                  <a:srgbClr val="1C1C1A"/>
                </a:solidFill>
                <a:latin typeface="Arial"/>
                <a:ea typeface="Arial"/>
                <a:cs typeface="Arial"/>
              </a:defRPr>
            </a:lvl4pPr>
            <a:lvl5pPr>
              <a:defRPr sz="3300" b="1">
                <a:solidFill>
                  <a:srgbClr val="1C1C1A"/>
                </a:solidFill>
                <a:latin typeface="Arial"/>
                <a:ea typeface="Arial"/>
                <a:cs typeface="Arial"/>
              </a:defRPr>
            </a:lvl5pPr>
            <a:lvl6pPr>
              <a:defRPr sz="3300" b="1">
                <a:solidFill>
                  <a:srgbClr val="1C1C1A"/>
                </a:solidFill>
                <a:latin typeface="Arial"/>
                <a:ea typeface="Arial"/>
                <a:cs typeface="Arial"/>
              </a:defRPr>
            </a:lvl6pPr>
            <a:lvl7pPr>
              <a:defRPr sz="3300" b="1">
                <a:solidFill>
                  <a:srgbClr val="1C1C1A"/>
                </a:solidFill>
                <a:latin typeface="Arial"/>
                <a:ea typeface="Arial"/>
                <a:cs typeface="Arial"/>
              </a:defRPr>
            </a:lvl7pPr>
            <a:lvl8pPr>
              <a:defRPr sz="3300" b="1">
                <a:solidFill>
                  <a:srgbClr val="1C1C1A"/>
                </a:solidFill>
                <a:latin typeface="Arial"/>
                <a:ea typeface="Arial"/>
                <a:cs typeface="Arial"/>
              </a:defRPr>
            </a:lvl8pPr>
            <a:lvl9pPr>
              <a:defRPr sz="3300" b="1">
                <a:solidFill>
                  <a:srgbClr val="1C1C1A"/>
                </a:solidFill>
                <a:latin typeface="Arial"/>
                <a:ea typeface="Arial"/>
                <a:cs typeface="Arial"/>
              </a:defRPr>
            </a:lvl9pPr>
          </a:lstStyle>
          <a:p xmlns:a="http://schemas.openxmlformats.org/drawingml/2006/main">
            <a:pPr>
              <a:defRPr sz="3300" b="1">
                <a:solidFill>
                  <a:srgbClr val="1C1C1A"/>
                </a:solidFill>
                <a:latin typeface="Arial"/>
                <a:ea typeface="Arial"/>
                <a:cs typeface="Arial"/>
              </a:defRPr>
            </a:pPr>
            <a:r>
              <a:rPr sz="3300" b="1">
                <a:solidFill>
                  <a:srgbClr val="1C1C1A"/>
                </a:solidFill>
                <a:latin typeface="Arial"/>
                <a:ea typeface="Arial"/>
                <a:cs typeface="Arial"/>
              </a:rPr>
              <a:t>System architecture</a:t>
            </a:r>
          </a:p>
        </p:txBody>
      </p:sp>
      <p:sp>
        <p:nvSpPr>
          <p:cNvPr id="3" name="04">
            <a:extLst xmlns:a="http://schemas.openxmlformats.org/drawingml/2006/main">
              <a:ext uri="{FF2B5EF4-FFF2-40B4-BE49-F238E27FC236}">
                <a16:creationId xmlns:a16="http://schemas.microsoft.com/office/drawing/2014/main" id="{B6B6CA79-B0DD-4329-B76D-CB165E2421A8}"/>
              </a:ext>
            </a:extLst>
          </p:cNvPr>
          <p:cNvSpPr>
            <a:spLocks xmlns:a="http://schemas.openxmlformats.org/drawingml/2006/main" noGrp="1"/>
          </p:cNvSpPr>
          <p:nvPr/>
        </p:nvSpPr>
        <p:spPr>
          <a:xfrm xmlns:a="http://schemas.openxmlformats.org/drawingml/2006/main">
            <a:off x="11049000" y="63627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B5A54"/>
                </a:solidFill>
                <a:latin typeface="Arial"/>
                <a:ea typeface="Arial"/>
                <a:cs typeface="Arial"/>
              </a:defRPr>
            </a:defPPr>
            <a:lvl1pPr algn="r">
              <a:defRPr sz="1350" b="0">
                <a:solidFill>
                  <a:srgbClr val="5B5A54"/>
                </a:solidFill>
                <a:latin typeface="Arial"/>
                <a:ea typeface="Arial"/>
                <a:cs typeface="Arial"/>
              </a:defRPr>
            </a:lvl1pPr>
            <a:lvl2pPr algn="r">
              <a:defRPr sz="1350" b="0">
                <a:solidFill>
                  <a:srgbClr val="5B5A54"/>
                </a:solidFill>
                <a:latin typeface="Arial"/>
                <a:ea typeface="Arial"/>
                <a:cs typeface="Arial"/>
              </a:defRPr>
            </a:lvl2pPr>
            <a:lvl3pPr algn="r">
              <a:defRPr sz="1350" b="0">
                <a:solidFill>
                  <a:srgbClr val="5B5A54"/>
                </a:solidFill>
                <a:latin typeface="Arial"/>
                <a:ea typeface="Arial"/>
                <a:cs typeface="Arial"/>
              </a:defRPr>
            </a:lvl3pPr>
            <a:lvl4pPr algn="r">
              <a:defRPr sz="1350" b="0">
                <a:solidFill>
                  <a:srgbClr val="5B5A54"/>
                </a:solidFill>
                <a:latin typeface="Arial"/>
                <a:ea typeface="Arial"/>
                <a:cs typeface="Arial"/>
              </a:defRPr>
            </a:lvl4pPr>
            <a:lvl5pPr algn="r">
              <a:defRPr sz="1350" b="0">
                <a:solidFill>
                  <a:srgbClr val="5B5A54"/>
                </a:solidFill>
                <a:latin typeface="Arial"/>
                <a:ea typeface="Arial"/>
                <a:cs typeface="Arial"/>
              </a:defRPr>
            </a:lvl5pPr>
            <a:lvl6pPr algn="r">
              <a:defRPr sz="1350" b="0">
                <a:solidFill>
                  <a:srgbClr val="5B5A54"/>
                </a:solidFill>
                <a:latin typeface="Arial"/>
                <a:ea typeface="Arial"/>
                <a:cs typeface="Arial"/>
              </a:defRPr>
            </a:lvl6pPr>
            <a:lvl7pPr algn="r">
              <a:defRPr sz="1350" b="0">
                <a:solidFill>
                  <a:srgbClr val="5B5A54"/>
                </a:solidFill>
                <a:latin typeface="Arial"/>
                <a:ea typeface="Arial"/>
                <a:cs typeface="Arial"/>
              </a:defRPr>
            </a:lvl7pPr>
            <a:lvl8pPr algn="r">
              <a:defRPr sz="1350" b="0">
                <a:solidFill>
                  <a:srgbClr val="5B5A54"/>
                </a:solidFill>
                <a:latin typeface="Arial"/>
                <a:ea typeface="Arial"/>
                <a:cs typeface="Arial"/>
              </a:defRPr>
            </a:lvl8pPr>
            <a:lvl9pPr algn="r">
              <a:defRPr sz="1350" b="0">
                <a:solidFill>
                  <a:srgbClr val="5B5A54"/>
                </a:solidFill>
                <a:latin typeface="Arial"/>
                <a:ea typeface="Arial"/>
                <a:cs typeface="Arial"/>
              </a:defRPr>
            </a:lvl9pPr>
          </a:lstStyle>
          <a:p xmlns:a="http://schemas.openxmlformats.org/drawingml/2006/main">
            <a:pPr algn="r">
              <a:defRPr sz="1350" b="0">
                <a:solidFill>
                  <a:srgbClr val="5B5A54"/>
                </a:solidFill>
                <a:latin typeface="Arial"/>
                <a:ea typeface="Arial"/>
                <a:cs typeface="Arial"/>
              </a:defRPr>
            </a:pPr>
            <a:r>
              <a:rPr sz="1350" b="0">
                <a:solidFill>
                  <a:srgbClr val="5B5A54"/>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97CA1AD5-7280-4EA6-B0B3-14B0680956C3}"/>
              </a:ext>
            </a:extLst>
          </p:cNvPr>
          <p:cNvGraphicFramePr/>
          <p:nvPr/>
        </p:nvGraphicFramePr>
        <p:xfrm>
          <a:off xmlns:a="http://schemas.openxmlformats.org/drawingml/2006/main" x="609600" y="1447800"/>
          <a:ext xmlns:a="http://schemas.openxmlformats.org/drawingml/2006/main" cx="10972800" cy="3714750"/>
        </p:xfrm>
        <a:graphic xmlns:a="http://schemas.openxmlformats.org/drawingml/2006/main">
          <a:graphicData uri="http://schemas.openxmlformats.org/drawingml/2006/table">
            <a:tbl>
              <a:tblPr/>
              <a:tblGrid>
                <a:gridCol w="1762125"/>
                <a:gridCol w="3810000"/>
                <a:gridCol w="5400675"/>
              </a:tblGrid>
              <a:tr h="742950">
                <a:tc>
                  <a:txBody>
                    <a:bodyPr lIns="114300" tIns="114300" rIns="114300" bIns="114300"/>
                    <a:lstStyle/>
                    <a:p>
                      <a:r>
                        <a:rPr sz="1725" b="1">
                          <a:solidFill>
                            <a:srgbClr val="1C1C1A"/>
                          </a:solidFill>
                          <a:latin typeface="Arial"/>
                          <a:ea typeface="Arial"/>
                          <a:cs typeface="Arial"/>
                        </a:rPr>
                        <a:t>Stage</a:t>
                      </a:r>
                    </a:p>
                  </a:txBody>
                  <a:tcPr marL="91440" marR="91440" marT="45720" marB="45720" anchor="ctr">
                    <a:lnL w="5715">
                      <a:solidFill>
                        <a:srgbClr val="C7C4BC"/>
                      </a:solidFill>
                      <a:prstDash val="solid"/>
                    </a:lnL>
                    <a:lnR w="5715">
                      <a:solidFill>
                        <a:srgbClr val="C7C4BC"/>
                      </a:solidFill>
                      <a:prstDash val="solid"/>
                    </a:lnR>
                    <a:lnT w="5715">
                      <a:solidFill>
                        <a:srgbClr val="C7C4BC"/>
                      </a:solidFill>
                      <a:prstDash val="solid"/>
                    </a:lnT>
                    <a:lnB w="5715">
                      <a:solidFill>
                        <a:srgbClr val="C7C4BC"/>
                      </a:solidFill>
                      <a:prstDash val="solid"/>
                    </a:lnB>
                    <a:solidFill>
                      <a:srgbClr val="E5E2D9"/>
                    </a:solidFill>
                  </a:tcPr>
                </a:tc>
                <a:tc>
                  <a:txBody>
                    <a:bodyPr lIns="114300" tIns="114300" rIns="114300" bIns="114300"/>
                    <a:lstStyle/>
                    <a:p>
                      <a:r>
                        <a:rPr sz="1725" b="1">
                          <a:solidFill>
                            <a:srgbClr val="1C1C1A"/>
                          </a:solidFill>
                          <a:latin typeface="Arial"/>
                          <a:ea typeface="Arial"/>
                          <a:cs typeface="Arial"/>
                        </a:rPr>
                        <a:t>Component</a:t>
                      </a:r>
                    </a:p>
                  </a:txBody>
                  <a:tcPr marL="91440" marR="91440" marT="45720" marB="45720" anchor="ctr">
                    <a:lnR w="5715">
                      <a:solidFill>
                        <a:srgbClr val="C7C4BC"/>
                      </a:solidFill>
                      <a:prstDash val="solid"/>
                    </a:lnR>
                    <a:lnT w="5715">
                      <a:solidFill>
                        <a:srgbClr val="C7C4BC"/>
                      </a:solidFill>
                      <a:prstDash val="solid"/>
                    </a:lnT>
                    <a:lnB w="5715">
                      <a:solidFill>
                        <a:srgbClr val="C7C4BC"/>
                      </a:solidFill>
                      <a:prstDash val="solid"/>
                    </a:lnB>
                    <a:solidFill>
                      <a:srgbClr val="E5E2D9"/>
                    </a:solidFill>
                  </a:tcPr>
                </a:tc>
                <a:tc>
                  <a:txBody>
                    <a:bodyPr lIns="114300" tIns="114300" rIns="114300" bIns="114300"/>
                    <a:lstStyle/>
                    <a:p>
                      <a:r>
                        <a:rPr sz="1725" b="1">
                          <a:solidFill>
                            <a:srgbClr val="1C1C1A"/>
                          </a:solidFill>
                          <a:latin typeface="Arial"/>
                          <a:ea typeface="Arial"/>
                          <a:cs typeface="Arial"/>
                        </a:rPr>
                        <a:t>Result</a:t>
                      </a:r>
                    </a:p>
                  </a:txBody>
                  <a:tcPr marL="91440" marR="91440" marT="45720" marB="45720" anchor="ctr">
                    <a:lnR w="5715">
                      <a:solidFill>
                        <a:srgbClr val="C7C4BC"/>
                      </a:solidFill>
                      <a:prstDash val="solid"/>
                    </a:lnR>
                    <a:lnT w="5715">
                      <a:solidFill>
                        <a:srgbClr val="C7C4BC"/>
                      </a:solidFill>
                      <a:prstDash val="solid"/>
                    </a:lnT>
                    <a:lnB w="5715">
                      <a:solidFill>
                        <a:srgbClr val="C7C4BC"/>
                      </a:solidFill>
                      <a:prstDash val="solid"/>
                    </a:lnB>
                    <a:solidFill>
                      <a:srgbClr val="E5E2D9"/>
                    </a:solidFill>
                  </a:tcPr>
                </a:tc>
              </a:tr>
              <a:tr h="742950">
                <a:tc>
                  <a:txBody>
                    <a:bodyPr lIns="114300" tIns="114300" rIns="114300" bIns="114300"/>
                    <a:lstStyle/>
                    <a:p>
                      <a:r>
                        <a:rPr sz="1725" b="0">
                          <a:solidFill>
                            <a:srgbClr val="1C1C1A"/>
                          </a:solidFill>
                          <a:latin typeface="Arial"/>
                          <a:ea typeface="Arial"/>
                          <a:cs typeface="Arial"/>
                        </a:rPr>
                        <a:t>Receive</a:t>
                      </a:r>
                    </a:p>
                  </a:txBody>
                  <a:tcPr marL="91440" marR="91440" marT="45720" marB="45720" anchor="ctr">
                    <a:lnL w="5715">
                      <a:solidFill>
                        <a:srgbClr val="C7C4BC"/>
                      </a:solidFill>
                      <a:prstDash val="solid"/>
                    </a:lnL>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725" b="0">
                          <a:solidFill>
                            <a:srgbClr val="1C1C1A"/>
                          </a:solidFill>
                          <a:latin typeface="Arial"/>
                          <a:ea typeface="Arial"/>
                          <a:cs typeface="Arial"/>
                        </a:rPr>
                        <a:t>FastAPI + Pydantic</a:t>
                      </a:r>
                    </a:p>
                  </a:txBody>
                  <a:tcPr marL="91440" marR="91440" marT="45720" marB="45720" anchor="ctr">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725" b="0">
                          <a:solidFill>
                            <a:srgbClr val="1C1C1A"/>
                          </a:solidFill>
                          <a:latin typeface="Arial"/>
                          <a:ea typeface="Arial"/>
                          <a:cs typeface="Arial"/>
                        </a:rPr>
                        <a:t>Validated, persisted receipt</a:t>
                      </a:r>
                    </a:p>
                  </a:txBody>
                  <a:tcPr marL="91440" marR="91440" marT="45720" marB="45720" anchor="ctr">
                    <a:lnR w="5715">
                      <a:solidFill>
                        <a:srgbClr val="C7C4BC"/>
                      </a:solidFill>
                      <a:prstDash val="solid"/>
                    </a:lnR>
                    <a:lnB w="5715">
                      <a:solidFill>
                        <a:srgbClr val="C7C4BC"/>
                      </a:solidFill>
                      <a:prstDash val="solid"/>
                    </a:lnB>
                    <a:solidFill>
                      <a:srgbClr val="F6F4EE"/>
                    </a:solidFill>
                  </a:tcPr>
                </a:tc>
              </a:tr>
              <a:tr h="742950">
                <a:tc>
                  <a:txBody>
                    <a:bodyPr lIns="114300" tIns="114300" rIns="114300" bIns="114300"/>
                    <a:lstStyle/>
                    <a:p>
                      <a:r>
                        <a:rPr sz="1725" b="0">
                          <a:solidFill>
                            <a:srgbClr val="1C1C1A"/>
                          </a:solidFill>
                          <a:latin typeface="Arial"/>
                          <a:ea typeface="Arial"/>
                          <a:cs typeface="Arial"/>
                        </a:rPr>
                        <a:t>Analyse</a:t>
                      </a:r>
                    </a:p>
                  </a:txBody>
                  <a:tcPr marL="91440" marR="91440" marT="45720" marB="45720" anchor="ctr">
                    <a:lnL w="5715">
                      <a:solidFill>
                        <a:srgbClr val="C7C4BC"/>
                      </a:solidFill>
                      <a:prstDash val="solid"/>
                    </a:lnL>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725" b="0">
                          <a:solidFill>
                            <a:srgbClr val="1C1C1A"/>
                          </a:solidFill>
                          <a:latin typeface="Arial"/>
                          <a:ea typeface="Arial"/>
                          <a:cs typeface="Arial"/>
                        </a:rPr>
                        <a:t>Python matching and policy rules</a:t>
                      </a:r>
                    </a:p>
                  </a:txBody>
                  <a:tcPr marL="91440" marR="91440" marT="45720" marB="45720" anchor="ctr">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725" b="0">
                          <a:solidFill>
                            <a:srgbClr val="1C1C1A"/>
                          </a:solidFill>
                          <a:latin typeface="Arial"/>
                          <a:ea typeface="Arial"/>
                          <a:cs typeface="Arial"/>
                        </a:rPr>
                        <a:t>Grouping evidence and review flags</a:t>
                      </a:r>
                    </a:p>
                  </a:txBody>
                  <a:tcPr marL="91440" marR="91440" marT="45720" marB="45720" anchor="ctr">
                    <a:lnR w="5715">
                      <a:solidFill>
                        <a:srgbClr val="C7C4BC"/>
                      </a:solidFill>
                      <a:prstDash val="solid"/>
                    </a:lnR>
                    <a:lnB w="5715">
                      <a:solidFill>
                        <a:srgbClr val="C7C4BC"/>
                      </a:solidFill>
                      <a:prstDash val="solid"/>
                    </a:lnB>
                    <a:solidFill>
                      <a:srgbClr val="F6F4EE"/>
                    </a:solidFill>
                  </a:tcPr>
                </a:tc>
              </a:tr>
              <a:tr h="742950">
                <a:tc>
                  <a:txBody>
                    <a:bodyPr lIns="114300" tIns="114300" rIns="114300" bIns="114300"/>
                    <a:lstStyle/>
                    <a:p>
                      <a:r>
                        <a:rPr sz="1725" b="0">
                          <a:solidFill>
                            <a:srgbClr val="1C1C1A"/>
                          </a:solidFill>
                          <a:latin typeface="Arial"/>
                          <a:ea typeface="Arial"/>
                          <a:cs typeface="Arial"/>
                        </a:rPr>
                        <a:t>Store</a:t>
                      </a:r>
                    </a:p>
                  </a:txBody>
                  <a:tcPr marL="91440" marR="91440" marT="45720" marB="45720" anchor="ctr">
                    <a:lnL w="5715">
                      <a:solidFill>
                        <a:srgbClr val="C7C4BC"/>
                      </a:solidFill>
                      <a:prstDash val="solid"/>
                    </a:lnL>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725" b="0">
                          <a:solidFill>
                            <a:srgbClr val="1C1C1A"/>
                          </a:solidFill>
                          <a:latin typeface="Arial"/>
                          <a:ea typeface="Arial"/>
                          <a:cs typeface="Arial"/>
                        </a:rPr>
                        <a:t>SQLite transactions</a:t>
                      </a:r>
                    </a:p>
                  </a:txBody>
                  <a:tcPr marL="91440" marR="91440" marT="45720" marB="45720" anchor="ctr">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725" b="0">
                          <a:solidFill>
                            <a:srgbClr val="1C1C1A"/>
                          </a:solidFill>
                          <a:latin typeface="Arial"/>
                          <a:ea typeface="Arial"/>
                          <a:cs typeface="Arial"/>
                        </a:rPr>
                        <a:t>Reports, incidents and audit history</a:t>
                      </a:r>
                    </a:p>
                  </a:txBody>
                  <a:tcPr marL="91440" marR="91440" marT="45720" marB="45720" anchor="ctr">
                    <a:lnR w="5715">
                      <a:solidFill>
                        <a:srgbClr val="C7C4BC"/>
                      </a:solidFill>
                      <a:prstDash val="solid"/>
                    </a:lnR>
                    <a:lnB w="5715">
                      <a:solidFill>
                        <a:srgbClr val="C7C4BC"/>
                      </a:solidFill>
                      <a:prstDash val="solid"/>
                    </a:lnB>
                    <a:solidFill>
                      <a:srgbClr val="F6F4EE"/>
                    </a:solidFill>
                  </a:tcPr>
                </a:tc>
              </a:tr>
              <a:tr h="742950">
                <a:tc>
                  <a:txBody>
                    <a:bodyPr lIns="114300" tIns="114300" rIns="114300" bIns="114300"/>
                    <a:lstStyle/>
                    <a:p>
                      <a:r>
                        <a:rPr sz="1725" b="0">
                          <a:solidFill>
                            <a:srgbClr val="1C1C1A"/>
                          </a:solidFill>
                          <a:latin typeface="Arial"/>
                          <a:ea typeface="Arial"/>
                          <a:cs typeface="Arial"/>
                        </a:rPr>
                        <a:t>Review</a:t>
                      </a:r>
                    </a:p>
                  </a:txBody>
                  <a:tcPr marL="91440" marR="91440" marT="45720" marB="45720" anchor="ctr">
                    <a:lnL w="5715">
                      <a:solidFill>
                        <a:srgbClr val="C7C4BC"/>
                      </a:solidFill>
                      <a:prstDash val="solid"/>
                    </a:lnL>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725" b="0">
                          <a:solidFill>
                            <a:srgbClr val="1C1C1A"/>
                          </a:solidFill>
                          <a:latin typeface="Arial"/>
                          <a:ea typeface="Arial"/>
                          <a:cs typeface="Arial"/>
                        </a:rPr>
                        <a:t>React + TypeScript</a:t>
                      </a:r>
                    </a:p>
                  </a:txBody>
                  <a:tcPr marL="91440" marR="91440" marT="45720" marB="45720" anchor="ctr">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725" b="0">
                          <a:solidFill>
                            <a:srgbClr val="1C1C1A"/>
                          </a:solidFill>
                          <a:latin typeface="Arial"/>
                          <a:ea typeface="Arial"/>
                          <a:cs typeface="Arial"/>
                        </a:rPr>
                        <a:t>Version-checked coordinator decisions</a:t>
                      </a:r>
                    </a:p>
                  </a:txBody>
                  <a:tcPr marL="91440" marR="91440" marT="45720" marB="45720" anchor="ctr">
                    <a:lnR w="5715">
                      <a:solidFill>
                        <a:srgbClr val="C7C4BC"/>
                      </a:solidFill>
                      <a:prstDash val="solid"/>
                    </a:lnR>
                    <a:lnB w="5715">
                      <a:solidFill>
                        <a:srgbClr val="C7C4BC"/>
                      </a:solidFill>
                      <a:prstDash val="solid"/>
                    </a:lnB>
                    <a:solidFill>
                      <a:srgbClr val="F6F4EE"/>
                    </a:solidFill>
                  </a:tcPr>
                </a:tc>
              </a:tr>
            </a:tbl>
          </a:graphicData>
        </a:graphic>
      </p:graphicFrame>
      <p:sp>
        <p:nvSpPr>
          <p:cNvPr id="5" name="The original report is stored before analysis">
            <a:extLst xmlns:a="http://schemas.openxmlformats.org/drawingml/2006/main">
              <a:ext uri="{FF2B5EF4-FFF2-40B4-BE49-F238E27FC236}">
                <a16:creationId xmlns:a16="http://schemas.microsoft.com/office/drawing/2014/main" id="{CA352C4C-64CC-4F6A-8FF6-A974FFFB26EF}"/>
              </a:ext>
            </a:extLst>
          </p:cNvPr>
          <p:cNvSpPr>
            <a:spLocks xmlns:a="http://schemas.openxmlformats.org/drawingml/2006/main" noGrp="1"/>
          </p:cNvSpPr>
          <p:nvPr/>
        </p:nvSpPr>
        <p:spPr>
          <a:xfrm xmlns:a="http://schemas.openxmlformats.org/drawingml/2006/main">
            <a:off x="609600" y="55435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C1C1A"/>
                </a:solidFill>
                <a:latin typeface="Arial"/>
                <a:ea typeface="Arial"/>
                <a:cs typeface="Arial"/>
              </a:defRPr>
            </a:defPPr>
            <a:lvl1pPr>
              <a:defRPr sz="2250" b="1">
                <a:solidFill>
                  <a:srgbClr val="1C1C1A"/>
                </a:solidFill>
                <a:latin typeface="Arial"/>
                <a:ea typeface="Arial"/>
                <a:cs typeface="Arial"/>
              </a:defRPr>
            </a:lvl1pPr>
            <a:lvl2pPr>
              <a:defRPr sz="2250" b="1">
                <a:solidFill>
                  <a:srgbClr val="1C1C1A"/>
                </a:solidFill>
                <a:latin typeface="Arial"/>
                <a:ea typeface="Arial"/>
                <a:cs typeface="Arial"/>
              </a:defRPr>
            </a:lvl2pPr>
            <a:lvl3pPr>
              <a:defRPr sz="2250" b="1">
                <a:solidFill>
                  <a:srgbClr val="1C1C1A"/>
                </a:solidFill>
                <a:latin typeface="Arial"/>
                <a:ea typeface="Arial"/>
                <a:cs typeface="Arial"/>
              </a:defRPr>
            </a:lvl3pPr>
            <a:lvl4pPr>
              <a:defRPr sz="2250" b="1">
                <a:solidFill>
                  <a:srgbClr val="1C1C1A"/>
                </a:solidFill>
                <a:latin typeface="Arial"/>
                <a:ea typeface="Arial"/>
                <a:cs typeface="Arial"/>
              </a:defRPr>
            </a:lvl4pPr>
            <a:lvl5pPr>
              <a:defRPr sz="2250" b="1">
                <a:solidFill>
                  <a:srgbClr val="1C1C1A"/>
                </a:solidFill>
                <a:latin typeface="Arial"/>
                <a:ea typeface="Arial"/>
                <a:cs typeface="Arial"/>
              </a:defRPr>
            </a:lvl5pPr>
            <a:lvl6pPr>
              <a:defRPr sz="2250" b="1">
                <a:solidFill>
                  <a:srgbClr val="1C1C1A"/>
                </a:solidFill>
                <a:latin typeface="Arial"/>
                <a:ea typeface="Arial"/>
                <a:cs typeface="Arial"/>
              </a:defRPr>
            </a:lvl6pPr>
            <a:lvl7pPr>
              <a:defRPr sz="2250" b="1">
                <a:solidFill>
                  <a:srgbClr val="1C1C1A"/>
                </a:solidFill>
                <a:latin typeface="Arial"/>
                <a:ea typeface="Arial"/>
                <a:cs typeface="Arial"/>
              </a:defRPr>
            </a:lvl7pPr>
            <a:lvl8pPr>
              <a:defRPr sz="2250" b="1">
                <a:solidFill>
                  <a:srgbClr val="1C1C1A"/>
                </a:solidFill>
                <a:latin typeface="Arial"/>
                <a:ea typeface="Arial"/>
                <a:cs typeface="Arial"/>
              </a:defRPr>
            </a:lvl8pPr>
            <a:lvl9pPr>
              <a:defRPr sz="2250" b="1">
                <a:solidFill>
                  <a:srgbClr val="1C1C1A"/>
                </a:solidFill>
                <a:latin typeface="Arial"/>
                <a:ea typeface="Arial"/>
                <a:cs typeface="Arial"/>
              </a:defRPr>
            </a:lvl9pPr>
          </a:lstStyle>
          <a:p xmlns:a="http://schemas.openxmlformats.org/drawingml/2006/main">
            <a:pPr>
              <a:defRPr sz="2250" b="1">
                <a:solidFill>
                  <a:srgbClr val="1C1C1A"/>
                </a:solidFill>
                <a:latin typeface="Arial"/>
                <a:ea typeface="Arial"/>
                <a:cs typeface="Arial"/>
              </a:defRPr>
            </a:pPr>
            <a:r>
              <a:rPr sz="2250" b="1">
                <a:solidFill>
                  <a:srgbClr val="1C1C1A"/>
                </a:solidFill>
                <a:latin typeface="Arial"/>
                <a:ea typeface="Arial"/>
                <a:cs typeface="Arial"/>
              </a:rPr>
              <a:t>The original report is stored before analysis begins.</a:t>
            </a:r>
          </a:p>
        </p:txBody>
      </p:sp>
    </p:spTree>
    <p:extLst>
      <p:ext uri="{BB962C8B-B14F-4D97-AF65-F5344CB8AC3E}">
        <p14:creationId xmlns:p14="http://schemas.microsoft.com/office/powerpoint/2010/main" val="78590904"/>
      </p:ext>
    </p:extLst>
  </p:cSld>
</p:sld>
</file>

<file path=ppt/slides/slide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 name="Matching uses text and specific context">
            <a:extLst xmlns:a="http://schemas.openxmlformats.org/drawingml/2006/main">
              <a:ext uri="{FF2B5EF4-FFF2-40B4-BE49-F238E27FC236}">
                <a16:creationId xmlns:a16="http://schemas.microsoft.com/office/drawing/2014/main" id="{3A60BE0F-B74F-42F4-A59C-6DD084563C32}"/>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C1C1A"/>
                </a:solidFill>
                <a:latin typeface="Arial"/>
                <a:ea typeface="Arial"/>
                <a:cs typeface="Arial"/>
              </a:defRPr>
            </a:defPPr>
            <a:lvl1pPr>
              <a:defRPr sz="3300" b="1">
                <a:solidFill>
                  <a:srgbClr val="1C1C1A"/>
                </a:solidFill>
                <a:latin typeface="Arial"/>
                <a:ea typeface="Arial"/>
                <a:cs typeface="Arial"/>
              </a:defRPr>
            </a:lvl1pPr>
            <a:lvl2pPr>
              <a:defRPr sz="3300" b="1">
                <a:solidFill>
                  <a:srgbClr val="1C1C1A"/>
                </a:solidFill>
                <a:latin typeface="Arial"/>
                <a:ea typeface="Arial"/>
                <a:cs typeface="Arial"/>
              </a:defRPr>
            </a:lvl2pPr>
            <a:lvl3pPr>
              <a:defRPr sz="3300" b="1">
                <a:solidFill>
                  <a:srgbClr val="1C1C1A"/>
                </a:solidFill>
                <a:latin typeface="Arial"/>
                <a:ea typeface="Arial"/>
                <a:cs typeface="Arial"/>
              </a:defRPr>
            </a:lvl3pPr>
            <a:lvl4pPr>
              <a:defRPr sz="3300" b="1">
                <a:solidFill>
                  <a:srgbClr val="1C1C1A"/>
                </a:solidFill>
                <a:latin typeface="Arial"/>
                <a:ea typeface="Arial"/>
                <a:cs typeface="Arial"/>
              </a:defRPr>
            </a:lvl4pPr>
            <a:lvl5pPr>
              <a:defRPr sz="3300" b="1">
                <a:solidFill>
                  <a:srgbClr val="1C1C1A"/>
                </a:solidFill>
                <a:latin typeface="Arial"/>
                <a:ea typeface="Arial"/>
                <a:cs typeface="Arial"/>
              </a:defRPr>
            </a:lvl5pPr>
            <a:lvl6pPr>
              <a:defRPr sz="3300" b="1">
                <a:solidFill>
                  <a:srgbClr val="1C1C1A"/>
                </a:solidFill>
                <a:latin typeface="Arial"/>
                <a:ea typeface="Arial"/>
                <a:cs typeface="Arial"/>
              </a:defRPr>
            </a:lvl6pPr>
            <a:lvl7pPr>
              <a:defRPr sz="3300" b="1">
                <a:solidFill>
                  <a:srgbClr val="1C1C1A"/>
                </a:solidFill>
                <a:latin typeface="Arial"/>
                <a:ea typeface="Arial"/>
                <a:cs typeface="Arial"/>
              </a:defRPr>
            </a:lvl7pPr>
            <a:lvl8pPr>
              <a:defRPr sz="3300" b="1">
                <a:solidFill>
                  <a:srgbClr val="1C1C1A"/>
                </a:solidFill>
                <a:latin typeface="Arial"/>
                <a:ea typeface="Arial"/>
                <a:cs typeface="Arial"/>
              </a:defRPr>
            </a:lvl8pPr>
            <a:lvl9pPr>
              <a:defRPr sz="3300" b="1">
                <a:solidFill>
                  <a:srgbClr val="1C1C1A"/>
                </a:solidFill>
                <a:latin typeface="Arial"/>
                <a:ea typeface="Arial"/>
                <a:cs typeface="Arial"/>
              </a:defRPr>
            </a:lvl9pPr>
          </a:lstStyle>
          <a:p xmlns:a="http://schemas.openxmlformats.org/drawingml/2006/main">
            <a:pPr>
              <a:defRPr sz="3300" b="1">
                <a:solidFill>
                  <a:srgbClr val="1C1C1A"/>
                </a:solidFill>
                <a:latin typeface="Arial"/>
                <a:ea typeface="Arial"/>
                <a:cs typeface="Arial"/>
              </a:defRPr>
            </a:pPr>
            <a:r>
              <a:rPr sz="3300" b="1">
                <a:solidFill>
                  <a:srgbClr val="1C1C1A"/>
                </a:solidFill>
                <a:latin typeface="Arial"/>
                <a:ea typeface="Arial"/>
                <a:cs typeface="Arial"/>
              </a:rPr>
              <a:t>Matching uses text and specific context</a:t>
            </a:r>
          </a:p>
        </p:txBody>
      </p:sp>
      <p:sp>
        <p:nvSpPr>
          <p:cNvPr id="3" name="05">
            <a:extLst xmlns:a="http://schemas.openxmlformats.org/drawingml/2006/main">
              <a:ext uri="{FF2B5EF4-FFF2-40B4-BE49-F238E27FC236}">
                <a16:creationId xmlns:a16="http://schemas.microsoft.com/office/drawing/2014/main" id="{C0EBFEFD-C8C9-4419-A26B-2032B2C552E1}"/>
              </a:ext>
            </a:extLst>
          </p:cNvPr>
          <p:cNvSpPr>
            <a:spLocks xmlns:a="http://schemas.openxmlformats.org/drawingml/2006/main" noGrp="1"/>
          </p:cNvSpPr>
          <p:nvPr/>
        </p:nvSpPr>
        <p:spPr>
          <a:xfrm xmlns:a="http://schemas.openxmlformats.org/drawingml/2006/main">
            <a:off x="11049000" y="63627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B5A54"/>
                </a:solidFill>
                <a:latin typeface="Arial"/>
                <a:ea typeface="Arial"/>
                <a:cs typeface="Arial"/>
              </a:defRPr>
            </a:defPPr>
            <a:lvl1pPr algn="r">
              <a:defRPr sz="1350" b="0">
                <a:solidFill>
                  <a:srgbClr val="5B5A54"/>
                </a:solidFill>
                <a:latin typeface="Arial"/>
                <a:ea typeface="Arial"/>
                <a:cs typeface="Arial"/>
              </a:defRPr>
            </a:lvl1pPr>
            <a:lvl2pPr algn="r">
              <a:defRPr sz="1350" b="0">
                <a:solidFill>
                  <a:srgbClr val="5B5A54"/>
                </a:solidFill>
                <a:latin typeface="Arial"/>
                <a:ea typeface="Arial"/>
                <a:cs typeface="Arial"/>
              </a:defRPr>
            </a:lvl2pPr>
            <a:lvl3pPr algn="r">
              <a:defRPr sz="1350" b="0">
                <a:solidFill>
                  <a:srgbClr val="5B5A54"/>
                </a:solidFill>
                <a:latin typeface="Arial"/>
                <a:ea typeface="Arial"/>
                <a:cs typeface="Arial"/>
              </a:defRPr>
            </a:lvl3pPr>
            <a:lvl4pPr algn="r">
              <a:defRPr sz="1350" b="0">
                <a:solidFill>
                  <a:srgbClr val="5B5A54"/>
                </a:solidFill>
                <a:latin typeface="Arial"/>
                <a:ea typeface="Arial"/>
                <a:cs typeface="Arial"/>
              </a:defRPr>
            </a:lvl4pPr>
            <a:lvl5pPr algn="r">
              <a:defRPr sz="1350" b="0">
                <a:solidFill>
                  <a:srgbClr val="5B5A54"/>
                </a:solidFill>
                <a:latin typeface="Arial"/>
                <a:ea typeface="Arial"/>
                <a:cs typeface="Arial"/>
              </a:defRPr>
            </a:lvl5pPr>
            <a:lvl6pPr algn="r">
              <a:defRPr sz="1350" b="0">
                <a:solidFill>
                  <a:srgbClr val="5B5A54"/>
                </a:solidFill>
                <a:latin typeface="Arial"/>
                <a:ea typeface="Arial"/>
                <a:cs typeface="Arial"/>
              </a:defRPr>
            </a:lvl6pPr>
            <a:lvl7pPr algn="r">
              <a:defRPr sz="1350" b="0">
                <a:solidFill>
                  <a:srgbClr val="5B5A54"/>
                </a:solidFill>
                <a:latin typeface="Arial"/>
                <a:ea typeface="Arial"/>
                <a:cs typeface="Arial"/>
              </a:defRPr>
            </a:lvl7pPr>
            <a:lvl8pPr algn="r">
              <a:defRPr sz="1350" b="0">
                <a:solidFill>
                  <a:srgbClr val="5B5A54"/>
                </a:solidFill>
                <a:latin typeface="Arial"/>
                <a:ea typeface="Arial"/>
                <a:cs typeface="Arial"/>
              </a:defRPr>
            </a:lvl8pPr>
            <a:lvl9pPr algn="r">
              <a:defRPr sz="1350" b="0">
                <a:solidFill>
                  <a:srgbClr val="5B5A54"/>
                </a:solidFill>
                <a:latin typeface="Arial"/>
                <a:ea typeface="Arial"/>
                <a:cs typeface="Arial"/>
              </a:defRPr>
            </a:lvl9pPr>
          </a:lstStyle>
          <a:p xmlns:a="http://schemas.openxmlformats.org/drawingml/2006/main">
            <a:pPr algn="r">
              <a:defRPr sz="1350" b="0">
                <a:solidFill>
                  <a:srgbClr val="5B5A54"/>
                </a:solidFill>
                <a:latin typeface="Arial"/>
                <a:ea typeface="Arial"/>
                <a:cs typeface="Arial"/>
              </a:defRPr>
            </a:pPr>
            <a:r>
              <a:rPr sz="1350" b="0">
                <a:solidFill>
                  <a:srgbClr val="5B5A54"/>
                </a:solidFill>
                <a:latin typeface="Arial"/>
                <a:ea typeface="Arial"/>
                <a:cs typeface="Arial"/>
              </a:rPr>
              <a:t>05</a:t>
            </a:r>
          </a:p>
        </p:txBody>
      </p:sp>
      <p:sp>
        <p:nvSpPr>
          <p:cNvPr id="4" name="Score = 0.65 text + 0.20 location + 0.10 time">
            <a:extLst xmlns:a="http://schemas.openxmlformats.org/drawingml/2006/main">
              <a:ext uri="{FF2B5EF4-FFF2-40B4-BE49-F238E27FC236}">
                <a16:creationId xmlns:a16="http://schemas.microsoft.com/office/drawing/2014/main" id="{9478FFB5-967D-484E-9511-6555FEE70208}"/>
              </a:ext>
            </a:extLst>
          </p:cNvPr>
          <p:cNvSpPr>
            <a:spLocks xmlns:a="http://schemas.openxmlformats.org/drawingml/2006/main" noGrp="1"/>
          </p:cNvSpPr>
          <p:nvPr/>
        </p:nvSpPr>
        <p:spPr>
          <a:xfrm xmlns:a="http://schemas.openxmlformats.org/drawingml/2006/main">
            <a:off x="609600" y="14382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C1C1A"/>
                </a:solidFill>
                <a:latin typeface="Arial"/>
                <a:ea typeface="Arial"/>
                <a:cs typeface="Arial"/>
              </a:defRPr>
            </a:defPPr>
            <a:lvl1pPr>
              <a:defRPr sz="2175" b="1">
                <a:solidFill>
                  <a:srgbClr val="1C1C1A"/>
                </a:solidFill>
                <a:latin typeface="Arial"/>
                <a:ea typeface="Arial"/>
                <a:cs typeface="Arial"/>
              </a:defRPr>
            </a:lvl1pPr>
            <a:lvl2pPr>
              <a:defRPr sz="2175" b="1">
                <a:solidFill>
                  <a:srgbClr val="1C1C1A"/>
                </a:solidFill>
                <a:latin typeface="Arial"/>
                <a:ea typeface="Arial"/>
                <a:cs typeface="Arial"/>
              </a:defRPr>
            </a:lvl2pPr>
            <a:lvl3pPr>
              <a:defRPr sz="2175" b="1">
                <a:solidFill>
                  <a:srgbClr val="1C1C1A"/>
                </a:solidFill>
                <a:latin typeface="Arial"/>
                <a:ea typeface="Arial"/>
                <a:cs typeface="Arial"/>
              </a:defRPr>
            </a:lvl3pPr>
            <a:lvl4pPr>
              <a:defRPr sz="2175" b="1">
                <a:solidFill>
                  <a:srgbClr val="1C1C1A"/>
                </a:solidFill>
                <a:latin typeface="Arial"/>
                <a:ea typeface="Arial"/>
                <a:cs typeface="Arial"/>
              </a:defRPr>
            </a:lvl4pPr>
            <a:lvl5pPr>
              <a:defRPr sz="2175" b="1">
                <a:solidFill>
                  <a:srgbClr val="1C1C1A"/>
                </a:solidFill>
                <a:latin typeface="Arial"/>
                <a:ea typeface="Arial"/>
                <a:cs typeface="Arial"/>
              </a:defRPr>
            </a:lvl5pPr>
            <a:lvl6pPr>
              <a:defRPr sz="2175" b="1">
                <a:solidFill>
                  <a:srgbClr val="1C1C1A"/>
                </a:solidFill>
                <a:latin typeface="Arial"/>
                <a:ea typeface="Arial"/>
                <a:cs typeface="Arial"/>
              </a:defRPr>
            </a:lvl6pPr>
            <a:lvl7pPr>
              <a:defRPr sz="2175" b="1">
                <a:solidFill>
                  <a:srgbClr val="1C1C1A"/>
                </a:solidFill>
                <a:latin typeface="Arial"/>
                <a:ea typeface="Arial"/>
                <a:cs typeface="Arial"/>
              </a:defRPr>
            </a:lvl7pPr>
            <a:lvl8pPr>
              <a:defRPr sz="2175" b="1">
                <a:solidFill>
                  <a:srgbClr val="1C1C1A"/>
                </a:solidFill>
                <a:latin typeface="Arial"/>
                <a:ea typeface="Arial"/>
                <a:cs typeface="Arial"/>
              </a:defRPr>
            </a:lvl8pPr>
            <a:lvl9pPr>
              <a:defRPr sz="2175" b="1">
                <a:solidFill>
                  <a:srgbClr val="1C1C1A"/>
                </a:solidFill>
                <a:latin typeface="Arial"/>
                <a:ea typeface="Arial"/>
                <a:cs typeface="Arial"/>
              </a:defRPr>
            </a:lvl9pPr>
          </a:lstStyle>
          <a:p xmlns:a="http://schemas.openxmlformats.org/drawingml/2006/main">
            <a:pPr>
              <a:defRPr sz="2175" b="1">
                <a:solidFill>
                  <a:srgbClr val="1C1C1A"/>
                </a:solidFill>
                <a:latin typeface="Arial"/>
                <a:ea typeface="Arial"/>
                <a:cs typeface="Arial"/>
              </a:defRPr>
            </a:pPr>
            <a:r>
              <a:rPr sz="2175" b="1">
                <a:solidFill>
                  <a:srgbClr val="1C1C1A"/>
                </a:solidFill>
                <a:latin typeface="Arial"/>
                <a:ea typeface="Arial"/>
                <a:cs typeface="Arial"/>
              </a:rPr>
              <a:t>Score = 0.65 text + 0.20 location + 0.10 time + 0.05 category</a:t>
            </a:r>
          </a:p>
        </p:txBody>
      </p:sp>
      <p:graphicFrame>
        <p:nvGraphicFramePr>
          <p:cNvPr id="5" name="">
            <a:extLst xmlns:a="http://schemas.openxmlformats.org/drawingml/2006/main">
              <a:ext uri="{FF2B5EF4-FFF2-40B4-BE49-F238E27FC236}">
                <a16:creationId xmlns:a16="http://schemas.microsoft.com/office/drawing/2014/main" id="{AD40FF3B-4E8C-43B0-B492-15CAAB59ABEE}"/>
              </a:ext>
            </a:extLst>
          </p:cNvPr>
          <p:cNvGraphicFramePr/>
          <p:nvPr/>
        </p:nvGraphicFramePr>
        <p:xfrm>
          <a:off xmlns:a="http://schemas.openxmlformats.org/drawingml/2006/main" x="609600" y="2305050"/>
          <a:ext xmlns:a="http://schemas.openxmlformats.org/drawingml/2006/main" cx="10972800" cy="2286000"/>
        </p:xfrm>
        <a:graphic xmlns:a="http://schemas.openxmlformats.org/drawingml/2006/main">
          <a:graphicData uri="http://schemas.openxmlformats.org/drawingml/2006/table">
            <a:tbl>
              <a:tblPr/>
              <a:tblGrid>
                <a:gridCol w="4762500"/>
                <a:gridCol w="3105150"/>
                <a:gridCol w="3105150"/>
              </a:tblGrid>
              <a:tr h="571500">
                <a:tc>
                  <a:txBody>
                    <a:bodyPr lIns="114300" tIns="114300" rIns="114300" bIns="114300"/>
                    <a:lstStyle/>
                    <a:p>
                      <a:r>
                        <a:rPr sz="1725" b="1">
                          <a:solidFill>
                            <a:srgbClr val="1C1C1A"/>
                          </a:solidFill>
                          <a:latin typeface="Arial"/>
                          <a:ea typeface="Arial"/>
                          <a:cs typeface="Arial"/>
                        </a:rPr>
                        <a:t>Attachment gate</a:t>
                      </a:r>
                    </a:p>
                  </a:txBody>
                  <a:tcPr marL="91440" marR="91440" marT="45720" marB="45720" anchor="ctr">
                    <a:lnL w="5715">
                      <a:solidFill>
                        <a:srgbClr val="C7C4BC"/>
                      </a:solidFill>
                      <a:prstDash val="solid"/>
                    </a:lnL>
                    <a:lnR w="5715">
                      <a:solidFill>
                        <a:srgbClr val="C7C4BC"/>
                      </a:solidFill>
                      <a:prstDash val="solid"/>
                    </a:lnR>
                    <a:lnT w="5715">
                      <a:solidFill>
                        <a:srgbClr val="C7C4BC"/>
                      </a:solidFill>
                      <a:prstDash val="solid"/>
                    </a:lnT>
                    <a:lnB w="5715">
                      <a:solidFill>
                        <a:srgbClr val="C7C4BC"/>
                      </a:solidFill>
                      <a:prstDash val="solid"/>
                    </a:lnB>
                    <a:solidFill>
                      <a:srgbClr val="E5E2D9"/>
                    </a:solidFill>
                  </a:tcPr>
                </a:tc>
                <a:tc>
                  <a:txBody>
                    <a:bodyPr lIns="114300" tIns="114300" rIns="114300" bIns="114300"/>
                    <a:lstStyle/>
                    <a:p>
                      <a:r>
                        <a:rPr sz="1725" b="1">
                          <a:solidFill>
                            <a:srgbClr val="1C1C1A"/>
                          </a:solidFill>
                          <a:latin typeface="Arial"/>
                          <a:ea typeface="Arial"/>
                          <a:cs typeface="Arial"/>
                        </a:rPr>
                        <a:t>Lexical fallback</a:t>
                      </a:r>
                    </a:p>
                  </a:txBody>
                  <a:tcPr marL="91440" marR="91440" marT="45720" marB="45720" anchor="ctr">
                    <a:lnR w="5715">
                      <a:solidFill>
                        <a:srgbClr val="C7C4BC"/>
                      </a:solidFill>
                      <a:prstDash val="solid"/>
                    </a:lnR>
                    <a:lnT w="5715">
                      <a:solidFill>
                        <a:srgbClr val="C7C4BC"/>
                      </a:solidFill>
                      <a:prstDash val="solid"/>
                    </a:lnT>
                    <a:lnB w="5715">
                      <a:solidFill>
                        <a:srgbClr val="C7C4BC"/>
                      </a:solidFill>
                      <a:prstDash val="solid"/>
                    </a:lnB>
                    <a:solidFill>
                      <a:srgbClr val="E5E2D9"/>
                    </a:solidFill>
                  </a:tcPr>
                </a:tc>
                <a:tc>
                  <a:txBody>
                    <a:bodyPr lIns="114300" tIns="114300" rIns="114300" bIns="114300"/>
                    <a:lstStyle/>
                    <a:p>
                      <a:r>
                        <a:rPr sz="1725" b="1">
                          <a:solidFill>
                            <a:srgbClr val="1C1C1A"/>
                          </a:solidFill>
                          <a:latin typeface="Arial"/>
                          <a:ea typeface="Arial"/>
                          <a:cs typeface="Arial"/>
                        </a:rPr>
                        <a:t>MiniLM adapter</a:t>
                      </a:r>
                    </a:p>
                  </a:txBody>
                  <a:tcPr marL="91440" marR="91440" marT="45720" marB="45720" anchor="ctr">
                    <a:lnR w="5715">
                      <a:solidFill>
                        <a:srgbClr val="C7C4BC"/>
                      </a:solidFill>
                      <a:prstDash val="solid"/>
                    </a:lnR>
                    <a:lnT w="5715">
                      <a:solidFill>
                        <a:srgbClr val="C7C4BC"/>
                      </a:solidFill>
                      <a:prstDash val="solid"/>
                    </a:lnT>
                    <a:lnB w="5715">
                      <a:solidFill>
                        <a:srgbClr val="C7C4BC"/>
                      </a:solidFill>
                      <a:prstDash val="solid"/>
                    </a:lnB>
                    <a:solidFill>
                      <a:srgbClr val="E5E2D9"/>
                    </a:solidFill>
                  </a:tcPr>
                </a:tc>
              </a:tr>
              <a:tr h="571500">
                <a:tc>
                  <a:txBody>
                    <a:bodyPr lIns="114300" tIns="114300" rIns="114300" bIns="114300"/>
                    <a:lstStyle/>
                    <a:p>
                      <a:r>
                        <a:rPr sz="1725" b="0">
                          <a:solidFill>
                            <a:srgbClr val="1C1C1A"/>
                          </a:solidFill>
                          <a:latin typeface="Arial"/>
                          <a:ea typeface="Arial"/>
                          <a:cs typeface="Arial"/>
                        </a:rPr>
                        <a:t>Candidate score</a:t>
                      </a:r>
                    </a:p>
                  </a:txBody>
                  <a:tcPr marL="91440" marR="91440" marT="45720" marB="45720" anchor="ctr">
                    <a:lnL w="5715">
                      <a:solidFill>
                        <a:srgbClr val="C7C4BC"/>
                      </a:solidFill>
                      <a:prstDash val="solid"/>
                    </a:lnL>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725" b="0">
                          <a:solidFill>
                            <a:srgbClr val="1C1C1A"/>
                          </a:solidFill>
                          <a:latin typeface="Arial"/>
                          <a:ea typeface="Arial"/>
                          <a:cs typeface="Arial"/>
                        </a:rPr>
                        <a:t>≥ 0.33</a:t>
                      </a:r>
                    </a:p>
                  </a:txBody>
                  <a:tcPr marL="91440" marR="91440" marT="45720" marB="45720" anchor="ctr">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725" b="0">
                          <a:solidFill>
                            <a:srgbClr val="1C1C1A"/>
                          </a:solidFill>
                          <a:latin typeface="Arial"/>
                          <a:ea typeface="Arial"/>
                          <a:cs typeface="Arial"/>
                        </a:rPr>
                        <a:t>≥ 0.82</a:t>
                      </a:r>
                    </a:p>
                  </a:txBody>
                  <a:tcPr marL="91440" marR="91440" marT="45720" marB="45720" anchor="ctr">
                    <a:lnR w="5715">
                      <a:solidFill>
                        <a:srgbClr val="C7C4BC"/>
                      </a:solidFill>
                      <a:prstDash val="solid"/>
                    </a:lnR>
                    <a:lnB w="5715">
                      <a:solidFill>
                        <a:srgbClr val="C7C4BC"/>
                      </a:solidFill>
                      <a:prstDash val="solid"/>
                    </a:lnB>
                    <a:solidFill>
                      <a:srgbClr val="F6F4EE"/>
                    </a:solidFill>
                  </a:tcPr>
                </a:tc>
              </a:tr>
              <a:tr h="571500">
                <a:tc>
                  <a:txBody>
                    <a:bodyPr lIns="114300" tIns="114300" rIns="114300" bIns="114300"/>
                    <a:lstStyle/>
                    <a:p>
                      <a:r>
                        <a:rPr sz="1725" b="0">
                          <a:solidFill>
                            <a:srgbClr val="1C1C1A"/>
                          </a:solidFill>
                          <a:latin typeface="Arial"/>
                          <a:ea typeface="Arial"/>
                          <a:cs typeface="Arial"/>
                        </a:rPr>
                        <a:t>Anchor text similarity</a:t>
                      </a:r>
                    </a:p>
                  </a:txBody>
                  <a:tcPr marL="91440" marR="91440" marT="45720" marB="45720" anchor="ctr">
                    <a:lnL w="5715">
                      <a:solidFill>
                        <a:srgbClr val="C7C4BC"/>
                      </a:solidFill>
                      <a:prstDash val="solid"/>
                    </a:lnL>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725" b="0">
                          <a:solidFill>
                            <a:srgbClr val="1C1C1A"/>
                          </a:solidFill>
                          <a:latin typeface="Arial"/>
                          <a:ea typeface="Arial"/>
                          <a:cs typeface="Arial"/>
                        </a:rPr>
                        <a:t>≥ 0.05</a:t>
                      </a:r>
                    </a:p>
                  </a:txBody>
                  <a:tcPr marL="91440" marR="91440" marT="45720" marB="45720" anchor="ctr">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725" b="0">
                          <a:solidFill>
                            <a:srgbClr val="1C1C1A"/>
                          </a:solidFill>
                          <a:latin typeface="Arial"/>
                          <a:ea typeface="Arial"/>
                          <a:cs typeface="Arial"/>
                        </a:rPr>
                        <a:t>≥ 0.62</a:t>
                      </a:r>
                    </a:p>
                  </a:txBody>
                  <a:tcPr marL="91440" marR="91440" marT="45720" marB="45720" anchor="ctr">
                    <a:lnR w="5715">
                      <a:solidFill>
                        <a:srgbClr val="C7C4BC"/>
                      </a:solidFill>
                      <a:prstDash val="solid"/>
                    </a:lnR>
                    <a:lnB w="5715">
                      <a:solidFill>
                        <a:srgbClr val="C7C4BC"/>
                      </a:solidFill>
                      <a:prstDash val="solid"/>
                    </a:lnB>
                    <a:solidFill>
                      <a:srgbClr val="F6F4EE"/>
                    </a:solidFill>
                  </a:tcPr>
                </a:tc>
              </a:tr>
              <a:tr h="571500">
                <a:tc>
                  <a:txBody>
                    <a:bodyPr lIns="114300" tIns="114300" rIns="114300" bIns="114300"/>
                    <a:lstStyle/>
                    <a:p>
                      <a:r>
                        <a:rPr sz="1725" b="0">
                          <a:solidFill>
                            <a:srgbClr val="1C1C1A"/>
                          </a:solidFill>
                          <a:latin typeface="Arial"/>
                          <a:ea typeface="Arial"/>
                          <a:cs typeface="Arial"/>
                        </a:rPr>
                        <a:t>Best-candidate margin</a:t>
                      </a:r>
                    </a:p>
                  </a:txBody>
                  <a:tcPr marL="91440" marR="91440" marT="45720" marB="45720" anchor="ctr">
                    <a:lnL w="5715">
                      <a:solidFill>
                        <a:srgbClr val="C7C4BC"/>
                      </a:solidFill>
                      <a:prstDash val="solid"/>
                    </a:lnL>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725" b="0">
                          <a:solidFill>
                            <a:srgbClr val="1C1C1A"/>
                          </a:solidFill>
                          <a:latin typeface="Arial"/>
                          <a:ea typeface="Arial"/>
                          <a:cs typeface="Arial"/>
                        </a:rPr>
                        <a:t>≥ 0.08</a:t>
                      </a:r>
                    </a:p>
                  </a:txBody>
                  <a:tcPr marL="91440" marR="91440" marT="45720" marB="45720" anchor="ctr">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725" b="0">
                          <a:solidFill>
                            <a:srgbClr val="1C1C1A"/>
                          </a:solidFill>
                          <a:latin typeface="Arial"/>
                          <a:ea typeface="Arial"/>
                          <a:cs typeface="Arial"/>
                        </a:rPr>
                        <a:t>≥ 0.08</a:t>
                      </a:r>
                    </a:p>
                  </a:txBody>
                  <a:tcPr marL="91440" marR="91440" marT="45720" marB="45720" anchor="ctr">
                    <a:lnR w="5715">
                      <a:solidFill>
                        <a:srgbClr val="C7C4BC"/>
                      </a:solidFill>
                      <a:prstDash val="solid"/>
                    </a:lnR>
                    <a:lnB w="5715">
                      <a:solidFill>
                        <a:srgbClr val="C7C4BC"/>
                      </a:solidFill>
                      <a:prstDash val="solid"/>
                    </a:lnB>
                    <a:solidFill>
                      <a:srgbClr val="F6F4EE"/>
                    </a:solidFill>
                  </a:tcPr>
                </a:tc>
              </a:tr>
            </a:tbl>
          </a:graphicData>
        </a:graphic>
      </p:graphicFrame>
      <p:sp>
        <p:nvSpPr>
          <p:cNvPr id="6" name="Known compatible time and specific shared loc">
            <a:extLst xmlns:a="http://schemas.openxmlformats.org/drawingml/2006/main">
              <a:ext uri="{FF2B5EF4-FFF2-40B4-BE49-F238E27FC236}">
                <a16:creationId xmlns:a16="http://schemas.microsoft.com/office/drawing/2014/main" id="{2794EC4E-2F77-4B18-854D-100C330BCD2A}"/>
              </a:ext>
            </a:extLst>
          </p:cNvPr>
          <p:cNvSpPr>
            <a:spLocks xmlns:a="http://schemas.openxmlformats.org/drawingml/2006/main" noGrp="1"/>
          </p:cNvSpPr>
          <p:nvPr/>
        </p:nvSpPr>
        <p:spPr>
          <a:xfrm xmlns:a="http://schemas.openxmlformats.org/drawingml/2006/main">
            <a:off x="609600" y="4962525"/>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C1C1A"/>
                </a:solidFill>
                <a:latin typeface="Arial"/>
                <a:ea typeface="Arial"/>
                <a:cs typeface="Arial"/>
              </a:defRPr>
            </a:defPPr>
            <a:lvl1pPr>
              <a:defRPr sz="2100" b="0">
                <a:solidFill>
                  <a:srgbClr val="1C1C1A"/>
                </a:solidFill>
                <a:latin typeface="Arial"/>
                <a:ea typeface="Arial"/>
                <a:cs typeface="Arial"/>
              </a:defRPr>
            </a:lvl1pPr>
            <a:lvl2pPr>
              <a:defRPr sz="2100" b="0">
                <a:solidFill>
                  <a:srgbClr val="1C1C1A"/>
                </a:solidFill>
                <a:latin typeface="Arial"/>
                <a:ea typeface="Arial"/>
                <a:cs typeface="Arial"/>
              </a:defRPr>
            </a:lvl2pPr>
            <a:lvl3pPr>
              <a:defRPr sz="2100" b="0">
                <a:solidFill>
                  <a:srgbClr val="1C1C1A"/>
                </a:solidFill>
                <a:latin typeface="Arial"/>
                <a:ea typeface="Arial"/>
                <a:cs typeface="Arial"/>
              </a:defRPr>
            </a:lvl3pPr>
            <a:lvl4pPr>
              <a:defRPr sz="2100" b="0">
                <a:solidFill>
                  <a:srgbClr val="1C1C1A"/>
                </a:solidFill>
                <a:latin typeface="Arial"/>
                <a:ea typeface="Arial"/>
                <a:cs typeface="Arial"/>
              </a:defRPr>
            </a:lvl4pPr>
            <a:lvl5pPr>
              <a:defRPr sz="2100" b="0">
                <a:solidFill>
                  <a:srgbClr val="1C1C1A"/>
                </a:solidFill>
                <a:latin typeface="Arial"/>
                <a:ea typeface="Arial"/>
                <a:cs typeface="Arial"/>
              </a:defRPr>
            </a:lvl5pPr>
            <a:lvl6pPr>
              <a:defRPr sz="2100" b="0">
                <a:solidFill>
                  <a:srgbClr val="1C1C1A"/>
                </a:solidFill>
                <a:latin typeface="Arial"/>
                <a:ea typeface="Arial"/>
                <a:cs typeface="Arial"/>
              </a:defRPr>
            </a:lvl6pPr>
            <a:lvl7pPr>
              <a:defRPr sz="2100" b="0">
                <a:solidFill>
                  <a:srgbClr val="1C1C1A"/>
                </a:solidFill>
                <a:latin typeface="Arial"/>
                <a:ea typeface="Arial"/>
                <a:cs typeface="Arial"/>
              </a:defRPr>
            </a:lvl7pPr>
            <a:lvl8pPr>
              <a:defRPr sz="2100" b="0">
                <a:solidFill>
                  <a:srgbClr val="1C1C1A"/>
                </a:solidFill>
                <a:latin typeface="Arial"/>
                <a:ea typeface="Arial"/>
                <a:cs typeface="Arial"/>
              </a:defRPr>
            </a:lvl8pPr>
            <a:lvl9pPr>
              <a:defRPr sz="2100" b="0">
                <a:solidFill>
                  <a:srgbClr val="1C1C1A"/>
                </a:solidFill>
                <a:latin typeface="Arial"/>
                <a:ea typeface="Arial"/>
                <a:cs typeface="Arial"/>
              </a:defRPr>
            </a:lvl9pPr>
          </a:lstStyle>
          <a:p xmlns:a="http://schemas.openxmlformats.org/drawingml/2006/main">
            <a:pPr>
              <a:defRPr sz="2100" b="0">
                <a:solidFill>
                  <a:srgbClr val="1C1C1A"/>
                </a:solidFill>
                <a:latin typeface="Arial"/>
                <a:ea typeface="Arial"/>
                <a:cs typeface="Arial"/>
              </a:defRPr>
            </a:pPr>
            <a:r>
              <a:rPr sz="2100" b="0">
                <a:solidFill>
                  <a:srgbClr val="1C1C1A"/>
                </a:solidFill>
                <a:latin typeface="Arial"/>
                <a:ea typeface="Arial"/>
                <a:cs typeface="Arial"/>
              </a:rPr>
              <a:t>Known compatible time and specific shared location or entity are required.</a:t>
            </a:r>
          </a:p>
        </p:txBody>
      </p:sp>
      <p:sp>
        <p:nvSpPr>
          <p:cNvPr id="7" name="Measured mode: lexical fallback. MiniLM weigh">
            <a:extLst xmlns:a="http://schemas.openxmlformats.org/drawingml/2006/main">
              <a:ext uri="{FF2B5EF4-FFF2-40B4-BE49-F238E27FC236}">
                <a16:creationId xmlns:a16="http://schemas.microsoft.com/office/drawing/2014/main" id="{7D17BC72-DF67-490F-A8D4-F6CD46F11A55}"/>
              </a:ext>
            </a:extLst>
          </p:cNvPr>
          <p:cNvSpPr>
            <a:spLocks xmlns:a="http://schemas.openxmlformats.org/drawingml/2006/main" noGrp="1"/>
          </p:cNvSpPr>
          <p:nvPr/>
        </p:nvSpPr>
        <p:spPr>
          <a:xfrm xmlns:a="http://schemas.openxmlformats.org/drawingml/2006/main">
            <a:off x="609600" y="59340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B5A54"/>
                </a:solidFill>
                <a:latin typeface="Arial"/>
                <a:ea typeface="Arial"/>
                <a:cs typeface="Arial"/>
              </a:defRPr>
            </a:defPPr>
            <a:lvl1pPr>
              <a:defRPr sz="1650" b="0">
                <a:solidFill>
                  <a:srgbClr val="5B5A54"/>
                </a:solidFill>
                <a:latin typeface="Arial"/>
                <a:ea typeface="Arial"/>
                <a:cs typeface="Arial"/>
              </a:defRPr>
            </a:lvl1pPr>
            <a:lvl2pPr>
              <a:defRPr sz="1650" b="0">
                <a:solidFill>
                  <a:srgbClr val="5B5A54"/>
                </a:solidFill>
                <a:latin typeface="Arial"/>
                <a:ea typeface="Arial"/>
                <a:cs typeface="Arial"/>
              </a:defRPr>
            </a:lvl2pPr>
            <a:lvl3pPr>
              <a:defRPr sz="1650" b="0">
                <a:solidFill>
                  <a:srgbClr val="5B5A54"/>
                </a:solidFill>
                <a:latin typeface="Arial"/>
                <a:ea typeface="Arial"/>
                <a:cs typeface="Arial"/>
              </a:defRPr>
            </a:lvl3pPr>
            <a:lvl4pPr>
              <a:defRPr sz="1650" b="0">
                <a:solidFill>
                  <a:srgbClr val="5B5A54"/>
                </a:solidFill>
                <a:latin typeface="Arial"/>
                <a:ea typeface="Arial"/>
                <a:cs typeface="Arial"/>
              </a:defRPr>
            </a:lvl4pPr>
            <a:lvl5pPr>
              <a:defRPr sz="1650" b="0">
                <a:solidFill>
                  <a:srgbClr val="5B5A54"/>
                </a:solidFill>
                <a:latin typeface="Arial"/>
                <a:ea typeface="Arial"/>
                <a:cs typeface="Arial"/>
              </a:defRPr>
            </a:lvl5pPr>
            <a:lvl6pPr>
              <a:defRPr sz="1650" b="0">
                <a:solidFill>
                  <a:srgbClr val="5B5A54"/>
                </a:solidFill>
                <a:latin typeface="Arial"/>
                <a:ea typeface="Arial"/>
                <a:cs typeface="Arial"/>
              </a:defRPr>
            </a:lvl6pPr>
            <a:lvl7pPr>
              <a:defRPr sz="1650" b="0">
                <a:solidFill>
                  <a:srgbClr val="5B5A54"/>
                </a:solidFill>
                <a:latin typeface="Arial"/>
                <a:ea typeface="Arial"/>
                <a:cs typeface="Arial"/>
              </a:defRPr>
            </a:lvl7pPr>
            <a:lvl8pPr>
              <a:defRPr sz="1650" b="0">
                <a:solidFill>
                  <a:srgbClr val="5B5A54"/>
                </a:solidFill>
                <a:latin typeface="Arial"/>
                <a:ea typeface="Arial"/>
                <a:cs typeface="Arial"/>
              </a:defRPr>
            </a:lvl8pPr>
            <a:lvl9pPr>
              <a:defRPr sz="1650" b="0">
                <a:solidFill>
                  <a:srgbClr val="5B5A54"/>
                </a:solidFill>
                <a:latin typeface="Arial"/>
                <a:ea typeface="Arial"/>
                <a:cs typeface="Arial"/>
              </a:defRPr>
            </a:lvl9pPr>
          </a:lstStyle>
          <a:p xmlns:a="http://schemas.openxmlformats.org/drawingml/2006/main">
            <a:pPr>
              <a:defRPr sz="1650" b="0">
                <a:solidFill>
                  <a:srgbClr val="5B5A54"/>
                </a:solidFill>
                <a:latin typeface="Arial"/>
                <a:ea typeface="Arial"/>
                <a:cs typeface="Arial"/>
              </a:defRPr>
            </a:pPr>
            <a:r>
              <a:rPr sz="1650" b="0">
                <a:solidFill>
                  <a:srgbClr val="5B5A54"/>
                </a:solidFill>
                <a:latin typeface="Arial"/>
                <a:ea typeface="Arial"/>
                <a:cs typeface="Arial"/>
              </a:rPr>
              <a:t>Measured mode: lexical fallback. MiniLM weights were unavailable.</a:t>
            </a:r>
          </a:p>
        </p:txBody>
      </p:sp>
    </p:spTree>
    <p:extLst>
      <p:ext uri="{BB962C8B-B14F-4D97-AF65-F5344CB8AC3E}">
        <p14:creationId xmlns:p14="http://schemas.microsoft.com/office/powerpoint/2010/main" val="937162718"/>
      </p:ext>
    </p:extLst>
  </p:cSld>
</p:sld>
</file>

<file path=ppt/slides/slide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 name="Priority follows explicit exercise rules">
            <a:extLst xmlns:a="http://schemas.openxmlformats.org/drawingml/2006/main">
              <a:ext uri="{FF2B5EF4-FFF2-40B4-BE49-F238E27FC236}">
                <a16:creationId xmlns:a16="http://schemas.microsoft.com/office/drawing/2014/main" id="{3000EBF5-9336-4201-9111-3F96C0479EE0}"/>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C1C1A"/>
                </a:solidFill>
                <a:latin typeface="Arial"/>
                <a:ea typeface="Arial"/>
                <a:cs typeface="Arial"/>
              </a:defRPr>
            </a:defPPr>
            <a:lvl1pPr>
              <a:defRPr sz="3300" b="1">
                <a:solidFill>
                  <a:srgbClr val="1C1C1A"/>
                </a:solidFill>
                <a:latin typeface="Arial"/>
                <a:ea typeface="Arial"/>
                <a:cs typeface="Arial"/>
              </a:defRPr>
            </a:lvl1pPr>
            <a:lvl2pPr>
              <a:defRPr sz="3300" b="1">
                <a:solidFill>
                  <a:srgbClr val="1C1C1A"/>
                </a:solidFill>
                <a:latin typeface="Arial"/>
                <a:ea typeface="Arial"/>
                <a:cs typeface="Arial"/>
              </a:defRPr>
            </a:lvl2pPr>
            <a:lvl3pPr>
              <a:defRPr sz="3300" b="1">
                <a:solidFill>
                  <a:srgbClr val="1C1C1A"/>
                </a:solidFill>
                <a:latin typeface="Arial"/>
                <a:ea typeface="Arial"/>
                <a:cs typeface="Arial"/>
              </a:defRPr>
            </a:lvl3pPr>
            <a:lvl4pPr>
              <a:defRPr sz="3300" b="1">
                <a:solidFill>
                  <a:srgbClr val="1C1C1A"/>
                </a:solidFill>
                <a:latin typeface="Arial"/>
                <a:ea typeface="Arial"/>
                <a:cs typeface="Arial"/>
              </a:defRPr>
            </a:lvl4pPr>
            <a:lvl5pPr>
              <a:defRPr sz="3300" b="1">
                <a:solidFill>
                  <a:srgbClr val="1C1C1A"/>
                </a:solidFill>
                <a:latin typeface="Arial"/>
                <a:ea typeface="Arial"/>
                <a:cs typeface="Arial"/>
              </a:defRPr>
            </a:lvl5pPr>
            <a:lvl6pPr>
              <a:defRPr sz="3300" b="1">
                <a:solidFill>
                  <a:srgbClr val="1C1C1A"/>
                </a:solidFill>
                <a:latin typeface="Arial"/>
                <a:ea typeface="Arial"/>
                <a:cs typeface="Arial"/>
              </a:defRPr>
            </a:lvl6pPr>
            <a:lvl7pPr>
              <a:defRPr sz="3300" b="1">
                <a:solidFill>
                  <a:srgbClr val="1C1C1A"/>
                </a:solidFill>
                <a:latin typeface="Arial"/>
                <a:ea typeface="Arial"/>
                <a:cs typeface="Arial"/>
              </a:defRPr>
            </a:lvl7pPr>
            <a:lvl8pPr>
              <a:defRPr sz="3300" b="1">
                <a:solidFill>
                  <a:srgbClr val="1C1C1A"/>
                </a:solidFill>
                <a:latin typeface="Arial"/>
                <a:ea typeface="Arial"/>
                <a:cs typeface="Arial"/>
              </a:defRPr>
            </a:lvl8pPr>
            <a:lvl9pPr>
              <a:defRPr sz="3300" b="1">
                <a:solidFill>
                  <a:srgbClr val="1C1C1A"/>
                </a:solidFill>
                <a:latin typeface="Arial"/>
                <a:ea typeface="Arial"/>
                <a:cs typeface="Arial"/>
              </a:defRPr>
            </a:lvl9pPr>
          </a:lstStyle>
          <a:p xmlns:a="http://schemas.openxmlformats.org/drawingml/2006/main">
            <a:pPr>
              <a:defRPr sz="3300" b="1">
                <a:solidFill>
                  <a:srgbClr val="1C1C1A"/>
                </a:solidFill>
                <a:latin typeface="Arial"/>
                <a:ea typeface="Arial"/>
                <a:cs typeface="Arial"/>
              </a:defRPr>
            </a:pPr>
            <a:r>
              <a:rPr sz="3300" b="1">
                <a:solidFill>
                  <a:srgbClr val="1C1C1A"/>
                </a:solidFill>
                <a:latin typeface="Arial"/>
                <a:ea typeface="Arial"/>
                <a:cs typeface="Arial"/>
              </a:rPr>
              <a:t>Priority follows explicit exercise rules</a:t>
            </a:r>
          </a:p>
        </p:txBody>
      </p:sp>
      <p:sp>
        <p:nvSpPr>
          <p:cNvPr id="3" name="06">
            <a:extLst xmlns:a="http://schemas.openxmlformats.org/drawingml/2006/main">
              <a:ext uri="{FF2B5EF4-FFF2-40B4-BE49-F238E27FC236}">
                <a16:creationId xmlns:a16="http://schemas.microsoft.com/office/drawing/2014/main" id="{781A155A-65C8-421E-86F4-CE4F6BB47002}"/>
              </a:ext>
            </a:extLst>
          </p:cNvPr>
          <p:cNvSpPr>
            <a:spLocks xmlns:a="http://schemas.openxmlformats.org/drawingml/2006/main" noGrp="1"/>
          </p:cNvSpPr>
          <p:nvPr/>
        </p:nvSpPr>
        <p:spPr>
          <a:xfrm xmlns:a="http://schemas.openxmlformats.org/drawingml/2006/main">
            <a:off x="11049000" y="63627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B5A54"/>
                </a:solidFill>
                <a:latin typeface="Arial"/>
                <a:ea typeface="Arial"/>
                <a:cs typeface="Arial"/>
              </a:defRPr>
            </a:defPPr>
            <a:lvl1pPr algn="r">
              <a:defRPr sz="1350" b="0">
                <a:solidFill>
                  <a:srgbClr val="5B5A54"/>
                </a:solidFill>
                <a:latin typeface="Arial"/>
                <a:ea typeface="Arial"/>
                <a:cs typeface="Arial"/>
              </a:defRPr>
            </a:lvl1pPr>
            <a:lvl2pPr algn="r">
              <a:defRPr sz="1350" b="0">
                <a:solidFill>
                  <a:srgbClr val="5B5A54"/>
                </a:solidFill>
                <a:latin typeface="Arial"/>
                <a:ea typeface="Arial"/>
                <a:cs typeface="Arial"/>
              </a:defRPr>
            </a:lvl2pPr>
            <a:lvl3pPr algn="r">
              <a:defRPr sz="1350" b="0">
                <a:solidFill>
                  <a:srgbClr val="5B5A54"/>
                </a:solidFill>
                <a:latin typeface="Arial"/>
                <a:ea typeface="Arial"/>
                <a:cs typeface="Arial"/>
              </a:defRPr>
            </a:lvl3pPr>
            <a:lvl4pPr algn="r">
              <a:defRPr sz="1350" b="0">
                <a:solidFill>
                  <a:srgbClr val="5B5A54"/>
                </a:solidFill>
                <a:latin typeface="Arial"/>
                <a:ea typeface="Arial"/>
                <a:cs typeface="Arial"/>
              </a:defRPr>
            </a:lvl4pPr>
            <a:lvl5pPr algn="r">
              <a:defRPr sz="1350" b="0">
                <a:solidFill>
                  <a:srgbClr val="5B5A54"/>
                </a:solidFill>
                <a:latin typeface="Arial"/>
                <a:ea typeface="Arial"/>
                <a:cs typeface="Arial"/>
              </a:defRPr>
            </a:lvl5pPr>
            <a:lvl6pPr algn="r">
              <a:defRPr sz="1350" b="0">
                <a:solidFill>
                  <a:srgbClr val="5B5A54"/>
                </a:solidFill>
                <a:latin typeface="Arial"/>
                <a:ea typeface="Arial"/>
                <a:cs typeface="Arial"/>
              </a:defRPr>
            </a:lvl6pPr>
            <a:lvl7pPr algn="r">
              <a:defRPr sz="1350" b="0">
                <a:solidFill>
                  <a:srgbClr val="5B5A54"/>
                </a:solidFill>
                <a:latin typeface="Arial"/>
                <a:ea typeface="Arial"/>
                <a:cs typeface="Arial"/>
              </a:defRPr>
            </a:lvl7pPr>
            <a:lvl8pPr algn="r">
              <a:defRPr sz="1350" b="0">
                <a:solidFill>
                  <a:srgbClr val="5B5A54"/>
                </a:solidFill>
                <a:latin typeface="Arial"/>
                <a:ea typeface="Arial"/>
                <a:cs typeface="Arial"/>
              </a:defRPr>
            </a:lvl8pPr>
            <a:lvl9pPr algn="r">
              <a:defRPr sz="1350" b="0">
                <a:solidFill>
                  <a:srgbClr val="5B5A54"/>
                </a:solidFill>
                <a:latin typeface="Arial"/>
                <a:ea typeface="Arial"/>
                <a:cs typeface="Arial"/>
              </a:defRPr>
            </a:lvl9pPr>
          </a:lstStyle>
          <a:p xmlns:a="http://schemas.openxmlformats.org/drawingml/2006/main">
            <a:pPr algn="r">
              <a:defRPr sz="1350" b="0">
                <a:solidFill>
                  <a:srgbClr val="5B5A54"/>
                </a:solidFill>
                <a:latin typeface="Arial"/>
                <a:ea typeface="Arial"/>
                <a:cs typeface="Arial"/>
              </a:defRPr>
            </a:pPr>
            <a:r>
              <a:rPr sz="1350" b="0">
                <a:solidFill>
                  <a:srgbClr val="5B5A54"/>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CD755085-F914-481C-BA61-6E0A85D85C96}"/>
              </a:ext>
            </a:extLst>
          </p:cNvPr>
          <p:cNvGraphicFramePr/>
          <p:nvPr/>
        </p:nvGraphicFramePr>
        <p:xfrm>
          <a:off xmlns:a="http://schemas.openxmlformats.org/drawingml/2006/main" x="609600" y="1466850"/>
          <a:ext xmlns:a="http://schemas.openxmlformats.org/drawingml/2006/main" cx="10972800" cy="3333750"/>
        </p:xfrm>
        <a:graphic xmlns:a="http://schemas.openxmlformats.org/drawingml/2006/main">
          <a:graphicData uri="http://schemas.openxmlformats.org/drawingml/2006/table">
            <a:tbl>
              <a:tblPr/>
              <a:tblGrid>
                <a:gridCol w="2476500"/>
                <a:gridCol w="8496300"/>
              </a:tblGrid>
              <a:tr h="666750">
                <a:tc>
                  <a:txBody>
                    <a:bodyPr lIns="114300" tIns="114300" rIns="114300" bIns="114300"/>
                    <a:lstStyle/>
                    <a:p>
                      <a:r>
                        <a:rPr sz="1875" b="1">
                          <a:solidFill>
                            <a:srgbClr val="1C1C1A"/>
                          </a:solidFill>
                          <a:latin typeface="Arial"/>
                          <a:ea typeface="Arial"/>
                          <a:cs typeface="Arial"/>
                        </a:rPr>
                        <a:t>Label</a:t>
                      </a:r>
                    </a:p>
                  </a:txBody>
                  <a:tcPr marL="91440" marR="91440" marT="45720" marB="45720" anchor="ctr">
                    <a:lnL w="5715">
                      <a:solidFill>
                        <a:srgbClr val="C7C4BC"/>
                      </a:solidFill>
                      <a:prstDash val="solid"/>
                    </a:lnL>
                    <a:lnR w="5715">
                      <a:solidFill>
                        <a:srgbClr val="C7C4BC"/>
                      </a:solidFill>
                      <a:prstDash val="solid"/>
                    </a:lnR>
                    <a:lnT w="5715">
                      <a:solidFill>
                        <a:srgbClr val="C7C4BC"/>
                      </a:solidFill>
                      <a:prstDash val="solid"/>
                    </a:lnT>
                    <a:lnB w="5715">
                      <a:solidFill>
                        <a:srgbClr val="C7C4BC"/>
                      </a:solidFill>
                      <a:prstDash val="solid"/>
                    </a:lnB>
                    <a:solidFill>
                      <a:srgbClr val="E5E2D9"/>
                    </a:solidFill>
                  </a:tcPr>
                </a:tc>
                <a:tc>
                  <a:txBody>
                    <a:bodyPr lIns="114300" tIns="114300" rIns="114300" bIns="114300"/>
                    <a:lstStyle/>
                    <a:p>
                      <a:r>
                        <a:rPr sz="1875" b="1">
                          <a:solidFill>
                            <a:srgbClr val="1C1C1A"/>
                          </a:solidFill>
                          <a:latin typeface="Arial"/>
                          <a:ea typeface="Arial"/>
                          <a:cs typeface="Arial"/>
                        </a:rPr>
                        <a:t>Supported evidence</a:t>
                      </a:r>
                    </a:p>
                  </a:txBody>
                  <a:tcPr marL="91440" marR="91440" marT="45720" marB="45720" anchor="ctr">
                    <a:lnR w="5715">
                      <a:solidFill>
                        <a:srgbClr val="C7C4BC"/>
                      </a:solidFill>
                      <a:prstDash val="solid"/>
                    </a:lnR>
                    <a:lnT w="5715">
                      <a:solidFill>
                        <a:srgbClr val="C7C4BC"/>
                      </a:solidFill>
                      <a:prstDash val="solid"/>
                    </a:lnT>
                    <a:lnB w="5715">
                      <a:solidFill>
                        <a:srgbClr val="C7C4BC"/>
                      </a:solidFill>
                      <a:prstDash val="solid"/>
                    </a:lnB>
                    <a:solidFill>
                      <a:srgbClr val="E5E2D9"/>
                    </a:solidFill>
                  </a:tcPr>
                </a:tc>
              </a:tr>
              <a:tr h="666750">
                <a:tc>
                  <a:txBody>
                    <a:bodyPr lIns="114300" tIns="114300" rIns="114300" bIns="114300"/>
                    <a:lstStyle/>
                    <a:p>
                      <a:r>
                        <a:rPr sz="1875" b="0">
                          <a:solidFill>
                            <a:srgbClr val="1C1C1A"/>
                          </a:solidFill>
                          <a:latin typeface="Arial"/>
                          <a:ea typeface="Arial"/>
                          <a:cs typeface="Arial"/>
                        </a:rPr>
                        <a:t>P0</a:t>
                      </a:r>
                    </a:p>
                  </a:txBody>
                  <a:tcPr marL="91440" marR="91440" marT="45720" marB="45720" anchor="ctr">
                    <a:lnL w="5715">
                      <a:solidFill>
                        <a:srgbClr val="C7C4BC"/>
                      </a:solidFill>
                      <a:prstDash val="solid"/>
                    </a:lnL>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875" b="0">
                          <a:solidFill>
                            <a:srgbClr val="1C1C1A"/>
                          </a:solidFill>
                          <a:latin typeface="Arial"/>
                          <a:ea typeface="Arial"/>
                          <a:cs typeface="Arial"/>
                        </a:rPr>
                        <a:t>An affirmative phrase alleging immediate danger</a:t>
                      </a:r>
                    </a:p>
                  </a:txBody>
                  <a:tcPr marL="91440" marR="91440" marT="45720" marB="45720" anchor="ctr">
                    <a:lnR w="5715">
                      <a:solidFill>
                        <a:srgbClr val="C7C4BC"/>
                      </a:solidFill>
                      <a:prstDash val="solid"/>
                    </a:lnR>
                    <a:lnB w="5715">
                      <a:solidFill>
                        <a:srgbClr val="C7C4BC"/>
                      </a:solidFill>
                      <a:prstDash val="solid"/>
                    </a:lnB>
                    <a:solidFill>
                      <a:srgbClr val="F6F4EE"/>
                    </a:solidFill>
                  </a:tcPr>
                </a:tc>
              </a:tr>
              <a:tr h="666750">
                <a:tc>
                  <a:txBody>
                    <a:bodyPr lIns="114300" tIns="114300" rIns="114300" bIns="114300"/>
                    <a:lstStyle/>
                    <a:p>
                      <a:r>
                        <a:rPr sz="1875" b="0">
                          <a:solidFill>
                            <a:srgbClr val="1C1C1A"/>
                          </a:solidFill>
                          <a:latin typeface="Arial"/>
                          <a:ea typeface="Arial"/>
                          <a:cs typeface="Arial"/>
                        </a:rPr>
                        <a:t>P1</a:t>
                      </a:r>
                    </a:p>
                  </a:txBody>
                  <a:tcPr marL="91440" marR="91440" marT="45720" marB="45720" anchor="ctr">
                    <a:lnL w="5715">
                      <a:solidFill>
                        <a:srgbClr val="C7C4BC"/>
                      </a:solidFill>
                      <a:prstDash val="solid"/>
                    </a:lnL>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875" b="0">
                          <a:solidFill>
                            <a:srgbClr val="1C1C1A"/>
                          </a:solidFill>
                          <a:latin typeface="Arial"/>
                          <a:ea typeface="Arial"/>
                          <a:cs typeface="Arial"/>
                        </a:rPr>
                        <a:t>Blocked exit, medical concern or vulnerable missing person</a:t>
                      </a:r>
                    </a:p>
                  </a:txBody>
                  <a:tcPr marL="91440" marR="91440" marT="45720" marB="45720" anchor="ctr">
                    <a:lnR w="5715">
                      <a:solidFill>
                        <a:srgbClr val="C7C4BC"/>
                      </a:solidFill>
                      <a:prstDash val="solid"/>
                    </a:lnR>
                    <a:lnB w="5715">
                      <a:solidFill>
                        <a:srgbClr val="C7C4BC"/>
                      </a:solidFill>
                      <a:prstDash val="solid"/>
                    </a:lnB>
                    <a:solidFill>
                      <a:srgbClr val="F6F4EE"/>
                    </a:solidFill>
                  </a:tcPr>
                </a:tc>
              </a:tr>
              <a:tr h="666750">
                <a:tc>
                  <a:txBody>
                    <a:bodyPr lIns="114300" tIns="114300" rIns="114300" bIns="114300"/>
                    <a:lstStyle/>
                    <a:p>
                      <a:r>
                        <a:rPr sz="1875" b="0">
                          <a:solidFill>
                            <a:srgbClr val="1C1C1A"/>
                          </a:solidFill>
                          <a:latin typeface="Arial"/>
                          <a:ea typeface="Arial"/>
                          <a:cs typeface="Arial"/>
                        </a:rPr>
                        <a:t>P2</a:t>
                      </a:r>
                    </a:p>
                  </a:txBody>
                  <a:tcPr marL="91440" marR="91440" marT="45720" marB="45720" anchor="ctr">
                    <a:lnL w="5715">
                      <a:solidFill>
                        <a:srgbClr val="C7C4BC"/>
                      </a:solidFill>
                      <a:prstDash val="solid"/>
                    </a:lnL>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875" b="0">
                          <a:solidFill>
                            <a:srgbClr val="1C1C1A"/>
                          </a:solidFill>
                          <a:latin typeface="Arial"/>
                          <a:ea typeface="Arial"/>
                          <a:cs typeface="Arial"/>
                        </a:rPr>
                        <a:t>Facility issue with a reporter-supplied zone</a:t>
                      </a:r>
                    </a:p>
                  </a:txBody>
                  <a:tcPr marL="91440" marR="91440" marT="45720" marB="45720" anchor="ctr">
                    <a:lnR w="5715">
                      <a:solidFill>
                        <a:srgbClr val="C7C4BC"/>
                      </a:solidFill>
                      <a:prstDash val="solid"/>
                    </a:lnR>
                    <a:lnB w="5715">
                      <a:solidFill>
                        <a:srgbClr val="C7C4BC"/>
                      </a:solidFill>
                      <a:prstDash val="solid"/>
                    </a:lnB>
                    <a:solidFill>
                      <a:srgbClr val="F6F4EE"/>
                    </a:solidFill>
                  </a:tcPr>
                </a:tc>
              </a:tr>
              <a:tr h="666750">
                <a:tc>
                  <a:txBody>
                    <a:bodyPr lIns="114300" tIns="114300" rIns="114300" bIns="114300"/>
                    <a:lstStyle/>
                    <a:p>
                      <a:r>
                        <a:rPr sz="1875" b="0">
                          <a:solidFill>
                            <a:srgbClr val="1C1C1A"/>
                          </a:solidFill>
                          <a:latin typeface="Arial"/>
                          <a:ea typeface="Arial"/>
                          <a:cs typeface="Arial"/>
                        </a:rPr>
                        <a:t>Unassessed</a:t>
                      </a:r>
                    </a:p>
                  </a:txBody>
                  <a:tcPr marL="91440" marR="91440" marT="45720" marB="45720" anchor="ctr">
                    <a:lnL w="5715">
                      <a:solidFill>
                        <a:srgbClr val="C7C4BC"/>
                      </a:solidFill>
                      <a:prstDash val="solid"/>
                    </a:lnL>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875" b="0">
                          <a:solidFill>
                            <a:srgbClr val="1C1C1A"/>
                          </a:solidFill>
                          <a:latin typeface="Arial"/>
                          <a:ea typeface="Arial"/>
                          <a:cs typeface="Arial"/>
                        </a:rPr>
                        <a:t>Insufficient information or no supported rule</a:t>
                      </a:r>
                    </a:p>
                  </a:txBody>
                  <a:tcPr marL="91440" marR="91440" marT="45720" marB="45720" anchor="ctr">
                    <a:lnR w="5715">
                      <a:solidFill>
                        <a:srgbClr val="C7C4BC"/>
                      </a:solidFill>
                      <a:prstDash val="solid"/>
                    </a:lnR>
                    <a:lnB w="5715">
                      <a:solidFill>
                        <a:srgbClr val="C7C4BC"/>
                      </a:solidFill>
                      <a:prstDash val="solid"/>
                    </a:lnB>
                    <a:solidFill>
                      <a:srgbClr val="F6F4EE"/>
                    </a:solidFill>
                  </a:tcPr>
                </a:tc>
              </a:tr>
            </a:tbl>
          </a:graphicData>
        </a:graphic>
      </p:graphicFrame>
      <p:sp>
        <p:nvSpPr>
          <p:cNvPr id="5" name="The source phrase and rule remain visible bes">
            <a:extLst xmlns:a="http://schemas.openxmlformats.org/drawingml/2006/main">
              <a:ext uri="{FF2B5EF4-FFF2-40B4-BE49-F238E27FC236}">
                <a16:creationId xmlns:a16="http://schemas.microsoft.com/office/drawing/2014/main" id="{1507A32A-44B9-40A2-9944-2A2F64CA3535}"/>
              </a:ext>
            </a:extLst>
          </p:cNvPr>
          <p:cNvSpPr>
            <a:spLocks xmlns:a="http://schemas.openxmlformats.org/drawingml/2006/main" noGrp="1"/>
          </p:cNvSpPr>
          <p:nvPr/>
        </p:nvSpPr>
        <p:spPr>
          <a:xfrm xmlns:a="http://schemas.openxmlformats.org/drawingml/2006/main">
            <a:off x="609600" y="52387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C1C1A"/>
                </a:solidFill>
                <a:latin typeface="Arial"/>
                <a:ea typeface="Arial"/>
                <a:cs typeface="Arial"/>
              </a:defRPr>
            </a:defPPr>
            <a:lvl1pPr>
              <a:defRPr sz="2175" b="1">
                <a:solidFill>
                  <a:srgbClr val="1C1C1A"/>
                </a:solidFill>
                <a:latin typeface="Arial"/>
                <a:ea typeface="Arial"/>
                <a:cs typeface="Arial"/>
              </a:defRPr>
            </a:lvl1pPr>
            <a:lvl2pPr>
              <a:defRPr sz="2175" b="1">
                <a:solidFill>
                  <a:srgbClr val="1C1C1A"/>
                </a:solidFill>
                <a:latin typeface="Arial"/>
                <a:ea typeface="Arial"/>
                <a:cs typeface="Arial"/>
              </a:defRPr>
            </a:lvl2pPr>
            <a:lvl3pPr>
              <a:defRPr sz="2175" b="1">
                <a:solidFill>
                  <a:srgbClr val="1C1C1A"/>
                </a:solidFill>
                <a:latin typeface="Arial"/>
                <a:ea typeface="Arial"/>
                <a:cs typeface="Arial"/>
              </a:defRPr>
            </a:lvl3pPr>
            <a:lvl4pPr>
              <a:defRPr sz="2175" b="1">
                <a:solidFill>
                  <a:srgbClr val="1C1C1A"/>
                </a:solidFill>
                <a:latin typeface="Arial"/>
                <a:ea typeface="Arial"/>
                <a:cs typeface="Arial"/>
              </a:defRPr>
            </a:lvl4pPr>
            <a:lvl5pPr>
              <a:defRPr sz="2175" b="1">
                <a:solidFill>
                  <a:srgbClr val="1C1C1A"/>
                </a:solidFill>
                <a:latin typeface="Arial"/>
                <a:ea typeface="Arial"/>
                <a:cs typeface="Arial"/>
              </a:defRPr>
            </a:lvl5pPr>
            <a:lvl6pPr>
              <a:defRPr sz="2175" b="1">
                <a:solidFill>
                  <a:srgbClr val="1C1C1A"/>
                </a:solidFill>
                <a:latin typeface="Arial"/>
                <a:ea typeface="Arial"/>
                <a:cs typeface="Arial"/>
              </a:defRPr>
            </a:lvl6pPr>
            <a:lvl7pPr>
              <a:defRPr sz="2175" b="1">
                <a:solidFill>
                  <a:srgbClr val="1C1C1A"/>
                </a:solidFill>
                <a:latin typeface="Arial"/>
                <a:ea typeface="Arial"/>
                <a:cs typeface="Arial"/>
              </a:defRPr>
            </a:lvl7pPr>
            <a:lvl8pPr>
              <a:defRPr sz="2175" b="1">
                <a:solidFill>
                  <a:srgbClr val="1C1C1A"/>
                </a:solidFill>
                <a:latin typeface="Arial"/>
                <a:ea typeface="Arial"/>
                <a:cs typeface="Arial"/>
              </a:defRPr>
            </a:lvl8pPr>
            <a:lvl9pPr>
              <a:defRPr sz="2175" b="1">
                <a:solidFill>
                  <a:srgbClr val="1C1C1A"/>
                </a:solidFill>
                <a:latin typeface="Arial"/>
                <a:ea typeface="Arial"/>
                <a:cs typeface="Arial"/>
              </a:defRPr>
            </a:lvl9pPr>
          </a:lstStyle>
          <a:p xmlns:a="http://schemas.openxmlformats.org/drawingml/2006/main">
            <a:pPr>
              <a:defRPr sz="2175" b="1">
                <a:solidFill>
                  <a:srgbClr val="1C1C1A"/>
                </a:solidFill>
                <a:latin typeface="Arial"/>
                <a:ea typeface="Arial"/>
                <a:cs typeface="Arial"/>
              </a:defRPr>
            </a:pPr>
            <a:r>
              <a:rPr sz="2175" b="1">
                <a:solidFill>
                  <a:srgbClr val="1C1C1A"/>
                </a:solidFill>
                <a:latin typeface="Arial"/>
                <a:ea typeface="Arial"/>
                <a:cs typeface="Arial"/>
              </a:rPr>
              <a:t>The source phrase and rule remain visible beside the suggestion.</a:t>
            </a:r>
          </a:p>
        </p:txBody>
      </p:sp>
    </p:spTree>
    <p:extLst>
      <p:ext uri="{BB962C8B-B14F-4D97-AF65-F5344CB8AC3E}">
        <p14:creationId xmlns:p14="http://schemas.microsoft.com/office/powerpoint/2010/main" val="1955080847"/>
      </p:ext>
    </p:extLst>
  </p:cSld>
</p:sld>
</file>

<file path=ppt/slides/slide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 name="Conflicting accounts remain visible">
            <a:extLst xmlns:a="http://schemas.openxmlformats.org/drawingml/2006/main">
              <a:ext uri="{FF2B5EF4-FFF2-40B4-BE49-F238E27FC236}">
                <a16:creationId xmlns:a16="http://schemas.microsoft.com/office/drawing/2014/main" id="{7B270226-530C-4D51-AF8C-563542BA6901}"/>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C1C1A"/>
                </a:solidFill>
                <a:latin typeface="Arial"/>
                <a:ea typeface="Arial"/>
                <a:cs typeface="Arial"/>
              </a:defRPr>
            </a:defPPr>
            <a:lvl1pPr>
              <a:defRPr sz="3300" b="1">
                <a:solidFill>
                  <a:srgbClr val="1C1C1A"/>
                </a:solidFill>
                <a:latin typeface="Arial"/>
                <a:ea typeface="Arial"/>
                <a:cs typeface="Arial"/>
              </a:defRPr>
            </a:lvl1pPr>
            <a:lvl2pPr>
              <a:defRPr sz="3300" b="1">
                <a:solidFill>
                  <a:srgbClr val="1C1C1A"/>
                </a:solidFill>
                <a:latin typeface="Arial"/>
                <a:ea typeface="Arial"/>
                <a:cs typeface="Arial"/>
              </a:defRPr>
            </a:lvl2pPr>
            <a:lvl3pPr>
              <a:defRPr sz="3300" b="1">
                <a:solidFill>
                  <a:srgbClr val="1C1C1A"/>
                </a:solidFill>
                <a:latin typeface="Arial"/>
                <a:ea typeface="Arial"/>
                <a:cs typeface="Arial"/>
              </a:defRPr>
            </a:lvl3pPr>
            <a:lvl4pPr>
              <a:defRPr sz="3300" b="1">
                <a:solidFill>
                  <a:srgbClr val="1C1C1A"/>
                </a:solidFill>
                <a:latin typeface="Arial"/>
                <a:ea typeface="Arial"/>
                <a:cs typeface="Arial"/>
              </a:defRPr>
            </a:lvl4pPr>
            <a:lvl5pPr>
              <a:defRPr sz="3300" b="1">
                <a:solidFill>
                  <a:srgbClr val="1C1C1A"/>
                </a:solidFill>
                <a:latin typeface="Arial"/>
                <a:ea typeface="Arial"/>
                <a:cs typeface="Arial"/>
              </a:defRPr>
            </a:lvl5pPr>
            <a:lvl6pPr>
              <a:defRPr sz="3300" b="1">
                <a:solidFill>
                  <a:srgbClr val="1C1C1A"/>
                </a:solidFill>
                <a:latin typeface="Arial"/>
                <a:ea typeface="Arial"/>
                <a:cs typeface="Arial"/>
              </a:defRPr>
            </a:lvl6pPr>
            <a:lvl7pPr>
              <a:defRPr sz="3300" b="1">
                <a:solidFill>
                  <a:srgbClr val="1C1C1A"/>
                </a:solidFill>
                <a:latin typeface="Arial"/>
                <a:ea typeface="Arial"/>
                <a:cs typeface="Arial"/>
              </a:defRPr>
            </a:lvl7pPr>
            <a:lvl8pPr>
              <a:defRPr sz="3300" b="1">
                <a:solidFill>
                  <a:srgbClr val="1C1C1A"/>
                </a:solidFill>
                <a:latin typeface="Arial"/>
                <a:ea typeface="Arial"/>
                <a:cs typeface="Arial"/>
              </a:defRPr>
            </a:lvl8pPr>
            <a:lvl9pPr>
              <a:defRPr sz="3300" b="1">
                <a:solidFill>
                  <a:srgbClr val="1C1C1A"/>
                </a:solidFill>
                <a:latin typeface="Arial"/>
                <a:ea typeface="Arial"/>
                <a:cs typeface="Arial"/>
              </a:defRPr>
            </a:lvl9pPr>
          </a:lstStyle>
          <a:p xmlns:a="http://schemas.openxmlformats.org/drawingml/2006/main">
            <a:pPr>
              <a:defRPr sz="3300" b="1">
                <a:solidFill>
                  <a:srgbClr val="1C1C1A"/>
                </a:solidFill>
                <a:latin typeface="Arial"/>
                <a:ea typeface="Arial"/>
                <a:cs typeface="Arial"/>
              </a:defRPr>
            </a:pPr>
            <a:r>
              <a:rPr sz="3300" b="1">
                <a:solidFill>
                  <a:srgbClr val="1C1C1A"/>
                </a:solidFill>
                <a:latin typeface="Arial"/>
                <a:ea typeface="Arial"/>
                <a:cs typeface="Arial"/>
              </a:rPr>
              <a:t>Conflicting accounts remain visible</a:t>
            </a:r>
          </a:p>
        </p:txBody>
      </p:sp>
      <p:sp>
        <p:nvSpPr>
          <p:cNvPr id="3" name="07">
            <a:extLst xmlns:a="http://schemas.openxmlformats.org/drawingml/2006/main">
              <a:ext uri="{FF2B5EF4-FFF2-40B4-BE49-F238E27FC236}">
                <a16:creationId xmlns:a16="http://schemas.microsoft.com/office/drawing/2014/main" id="{240F8118-9DA4-47FE-9944-9787C786CBF0}"/>
              </a:ext>
            </a:extLst>
          </p:cNvPr>
          <p:cNvSpPr>
            <a:spLocks xmlns:a="http://schemas.openxmlformats.org/drawingml/2006/main" noGrp="1"/>
          </p:cNvSpPr>
          <p:nvPr/>
        </p:nvSpPr>
        <p:spPr>
          <a:xfrm xmlns:a="http://schemas.openxmlformats.org/drawingml/2006/main">
            <a:off x="11049000" y="63627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B5A54"/>
                </a:solidFill>
                <a:latin typeface="Arial"/>
                <a:ea typeface="Arial"/>
                <a:cs typeface="Arial"/>
              </a:defRPr>
            </a:defPPr>
            <a:lvl1pPr algn="r">
              <a:defRPr sz="1350" b="0">
                <a:solidFill>
                  <a:srgbClr val="5B5A54"/>
                </a:solidFill>
                <a:latin typeface="Arial"/>
                <a:ea typeface="Arial"/>
                <a:cs typeface="Arial"/>
              </a:defRPr>
            </a:lvl1pPr>
            <a:lvl2pPr algn="r">
              <a:defRPr sz="1350" b="0">
                <a:solidFill>
                  <a:srgbClr val="5B5A54"/>
                </a:solidFill>
                <a:latin typeface="Arial"/>
                <a:ea typeface="Arial"/>
                <a:cs typeface="Arial"/>
              </a:defRPr>
            </a:lvl2pPr>
            <a:lvl3pPr algn="r">
              <a:defRPr sz="1350" b="0">
                <a:solidFill>
                  <a:srgbClr val="5B5A54"/>
                </a:solidFill>
                <a:latin typeface="Arial"/>
                <a:ea typeface="Arial"/>
                <a:cs typeface="Arial"/>
              </a:defRPr>
            </a:lvl3pPr>
            <a:lvl4pPr algn="r">
              <a:defRPr sz="1350" b="0">
                <a:solidFill>
                  <a:srgbClr val="5B5A54"/>
                </a:solidFill>
                <a:latin typeface="Arial"/>
                <a:ea typeface="Arial"/>
                <a:cs typeface="Arial"/>
              </a:defRPr>
            </a:lvl4pPr>
            <a:lvl5pPr algn="r">
              <a:defRPr sz="1350" b="0">
                <a:solidFill>
                  <a:srgbClr val="5B5A54"/>
                </a:solidFill>
                <a:latin typeface="Arial"/>
                <a:ea typeface="Arial"/>
                <a:cs typeface="Arial"/>
              </a:defRPr>
            </a:lvl5pPr>
            <a:lvl6pPr algn="r">
              <a:defRPr sz="1350" b="0">
                <a:solidFill>
                  <a:srgbClr val="5B5A54"/>
                </a:solidFill>
                <a:latin typeface="Arial"/>
                <a:ea typeface="Arial"/>
                <a:cs typeface="Arial"/>
              </a:defRPr>
            </a:lvl6pPr>
            <a:lvl7pPr algn="r">
              <a:defRPr sz="1350" b="0">
                <a:solidFill>
                  <a:srgbClr val="5B5A54"/>
                </a:solidFill>
                <a:latin typeface="Arial"/>
                <a:ea typeface="Arial"/>
                <a:cs typeface="Arial"/>
              </a:defRPr>
            </a:lvl7pPr>
            <a:lvl8pPr algn="r">
              <a:defRPr sz="1350" b="0">
                <a:solidFill>
                  <a:srgbClr val="5B5A54"/>
                </a:solidFill>
                <a:latin typeface="Arial"/>
                <a:ea typeface="Arial"/>
                <a:cs typeface="Arial"/>
              </a:defRPr>
            </a:lvl8pPr>
            <a:lvl9pPr algn="r">
              <a:defRPr sz="1350" b="0">
                <a:solidFill>
                  <a:srgbClr val="5B5A54"/>
                </a:solidFill>
                <a:latin typeface="Arial"/>
                <a:ea typeface="Arial"/>
                <a:cs typeface="Arial"/>
              </a:defRPr>
            </a:lvl9pPr>
          </a:lstStyle>
          <a:p xmlns:a="http://schemas.openxmlformats.org/drawingml/2006/main">
            <a:pPr algn="r">
              <a:defRPr sz="1350" b="0">
                <a:solidFill>
                  <a:srgbClr val="5B5A54"/>
                </a:solidFill>
                <a:latin typeface="Arial"/>
                <a:ea typeface="Arial"/>
                <a:cs typeface="Arial"/>
              </a:defRPr>
            </a:pPr>
            <a:r>
              <a:rPr sz="1350" b="0">
                <a:solidFill>
                  <a:srgbClr val="5B5A54"/>
                </a:solidFill>
                <a:latin typeface="Arial"/>
                <a:ea typeface="Arial"/>
                <a:cs typeface="Arial"/>
              </a:rPr>
              <a:t>07</a:t>
            </a:r>
          </a:p>
        </p:txBody>
      </p:sp>
      <p:pic>
        <p:nvPicPr>
          <p:cNvPr id="4" name="">
            <a:extLst xmlns:a="http://schemas.openxmlformats.org/drawingml/2006/main">
              <a:ext uri="{FF2B5EF4-FFF2-40B4-BE49-F238E27FC236}">
                <a16:creationId xmlns:a16="http://schemas.microsoft.com/office/drawing/2014/main" id="{0B0C71F4-5E80-4D3C-B196-18960612F4B8}"/>
              </a:ext>
            </a:extLst>
          </p:cNvPr>
          <p:cNvPicPr>
            <a:picLocks xmlns:a="http://schemas.openxmlformats.org/drawingml/2006/main" noChangeAspect="1"/>
          </p:cNvPicPr>
          <p:nvPr/>
        </p:nvPicPr>
        <p:blipFill>
          <a:blip xmlns:r="http://schemas.openxmlformats.org/officeDocument/2006/relationships" xmlns:a="http://schemas.openxmlformats.org/drawingml/2006/main" r:embed="R307bc348b5604c64"/>
          <a:stretch xmlns:a="http://schemas.openxmlformats.org/drawingml/2006/main"/>
        </p:blipFill>
        <p:spPr>
          <a:xfrm xmlns:a="http://schemas.openxmlformats.org/drawingml/2006/main">
            <a:off x="1253978" y="1362075"/>
            <a:ext cx="3759495" cy="4543425"/>
          </a:xfrm>
          <a:prstGeom xmlns:a="http://schemas.openxmlformats.org/drawingml/2006/main" prst="rect">
            <a:avLst/>
          </a:prstGeom>
        </p:spPr>
      </p:pic>
      <p:sp>
        <p:nvSpPr>
          <p:cNvPr id="5" name="Source phrases stay attached&#10;to the conflict.">
            <a:extLst xmlns:a="http://schemas.openxmlformats.org/drawingml/2006/main">
              <a:ext uri="{FF2B5EF4-FFF2-40B4-BE49-F238E27FC236}">
                <a16:creationId xmlns:a16="http://schemas.microsoft.com/office/drawing/2014/main" id="{D43D1AC5-B359-4265-8D6D-70C60C9766CD}"/>
              </a:ext>
            </a:extLst>
          </p:cNvPr>
          <p:cNvSpPr>
            <a:spLocks xmlns:a="http://schemas.openxmlformats.org/drawingml/2006/main" noGrp="1"/>
          </p:cNvSpPr>
          <p:nvPr/>
        </p:nvSpPr>
        <p:spPr>
          <a:xfrm xmlns:a="http://schemas.openxmlformats.org/drawingml/2006/main">
            <a:off x="6286500" y="161925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C1C1A"/>
                </a:solidFill>
                <a:latin typeface="Arial"/>
                <a:ea typeface="Arial"/>
                <a:cs typeface="Arial"/>
              </a:defRPr>
            </a:defPPr>
            <a:lvl1pPr>
              <a:defRPr sz="2400" b="1">
                <a:solidFill>
                  <a:srgbClr val="1C1C1A"/>
                </a:solidFill>
                <a:latin typeface="Arial"/>
                <a:ea typeface="Arial"/>
                <a:cs typeface="Arial"/>
              </a:defRPr>
            </a:lvl1pPr>
            <a:lvl2pPr>
              <a:defRPr sz="2400" b="1">
                <a:solidFill>
                  <a:srgbClr val="1C1C1A"/>
                </a:solidFill>
                <a:latin typeface="Arial"/>
                <a:ea typeface="Arial"/>
                <a:cs typeface="Arial"/>
              </a:defRPr>
            </a:lvl2pPr>
            <a:lvl3pPr>
              <a:defRPr sz="2400" b="1">
                <a:solidFill>
                  <a:srgbClr val="1C1C1A"/>
                </a:solidFill>
                <a:latin typeface="Arial"/>
                <a:ea typeface="Arial"/>
                <a:cs typeface="Arial"/>
              </a:defRPr>
            </a:lvl3pPr>
            <a:lvl4pPr>
              <a:defRPr sz="2400" b="1">
                <a:solidFill>
                  <a:srgbClr val="1C1C1A"/>
                </a:solidFill>
                <a:latin typeface="Arial"/>
                <a:ea typeface="Arial"/>
                <a:cs typeface="Arial"/>
              </a:defRPr>
            </a:lvl4pPr>
            <a:lvl5pPr>
              <a:defRPr sz="2400" b="1">
                <a:solidFill>
                  <a:srgbClr val="1C1C1A"/>
                </a:solidFill>
                <a:latin typeface="Arial"/>
                <a:ea typeface="Arial"/>
                <a:cs typeface="Arial"/>
              </a:defRPr>
            </a:lvl5pPr>
            <a:lvl6pPr>
              <a:defRPr sz="2400" b="1">
                <a:solidFill>
                  <a:srgbClr val="1C1C1A"/>
                </a:solidFill>
                <a:latin typeface="Arial"/>
                <a:ea typeface="Arial"/>
                <a:cs typeface="Arial"/>
              </a:defRPr>
            </a:lvl6pPr>
            <a:lvl7pPr>
              <a:defRPr sz="2400" b="1">
                <a:solidFill>
                  <a:srgbClr val="1C1C1A"/>
                </a:solidFill>
                <a:latin typeface="Arial"/>
                <a:ea typeface="Arial"/>
                <a:cs typeface="Arial"/>
              </a:defRPr>
            </a:lvl7pPr>
            <a:lvl8pPr>
              <a:defRPr sz="2400" b="1">
                <a:solidFill>
                  <a:srgbClr val="1C1C1A"/>
                </a:solidFill>
                <a:latin typeface="Arial"/>
                <a:ea typeface="Arial"/>
                <a:cs typeface="Arial"/>
              </a:defRPr>
            </a:lvl8pPr>
            <a:lvl9pPr>
              <a:defRPr sz="2400" b="1">
                <a:solidFill>
                  <a:srgbClr val="1C1C1A"/>
                </a:solidFill>
                <a:latin typeface="Arial"/>
                <a:ea typeface="Arial"/>
                <a:cs typeface="Arial"/>
              </a:defRPr>
            </a:lvl9pPr>
          </a:lstStyle>
          <a:p xmlns:a="http://schemas.openxmlformats.org/drawingml/2006/main">
            <a:pPr>
              <a:defRPr sz="2400" b="1">
                <a:solidFill>
                  <a:srgbClr val="1C1C1A"/>
                </a:solidFill>
                <a:latin typeface="Arial"/>
                <a:ea typeface="Arial"/>
                <a:cs typeface="Arial"/>
              </a:defRPr>
            </a:pPr>
            <a:r>
              <a:rPr sz="2400" b="1">
                <a:solidFill>
                  <a:srgbClr val="1C1C1A"/>
                </a:solidFill>
                <a:latin typeface="Arial"/>
                <a:ea typeface="Arial"/>
                <a:cs typeface="Arial"/>
              </a:rPr>
              <a:t>Source phrases stay attached</a:t>
            </a:r>
          </a:p>
          <a:p xmlns:a="http://schemas.openxmlformats.org/drawingml/2006/main">
            <a:pPr>
              <a:defRPr sz="2400" b="1">
                <a:solidFill>
                  <a:srgbClr val="1C1C1A"/>
                </a:solidFill>
                <a:latin typeface="Arial"/>
                <a:ea typeface="Arial"/>
                <a:cs typeface="Arial"/>
              </a:defRPr>
            </a:pPr>
            <a:r>
              <a:rPr sz="2400" b="1">
                <a:solidFill>
                  <a:srgbClr val="1C1C1A"/>
                </a:solidFill>
                <a:latin typeface="Arial"/>
                <a:ea typeface="Arial"/>
                <a:cs typeface="Arial"/>
              </a:rPr>
              <a:t>to the conflict.</a:t>
            </a:r>
          </a:p>
        </p:txBody>
      </p:sp>
      <p:sp>
        <p:nvSpPr>
          <p:cNvPr id="6" name="A later reassuring account leaves&#10;the inciden">
            <a:extLst xmlns:a="http://schemas.openxmlformats.org/drawingml/2006/main">
              <a:ext uri="{FF2B5EF4-FFF2-40B4-BE49-F238E27FC236}">
                <a16:creationId xmlns:a16="http://schemas.microsoft.com/office/drawing/2014/main" id="{1E56E6E8-15AF-4A37-A2C7-61186B698B72}"/>
              </a:ext>
            </a:extLst>
          </p:cNvPr>
          <p:cNvSpPr>
            <a:spLocks xmlns:a="http://schemas.openxmlformats.org/drawingml/2006/main" noGrp="1"/>
          </p:cNvSpPr>
          <p:nvPr/>
        </p:nvSpPr>
        <p:spPr>
          <a:xfrm xmlns:a="http://schemas.openxmlformats.org/drawingml/2006/main">
            <a:off x="6286500" y="302895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C1C1A"/>
                </a:solidFill>
                <a:latin typeface="Arial"/>
                <a:ea typeface="Arial"/>
                <a:cs typeface="Arial"/>
              </a:defRPr>
            </a:defPPr>
            <a:lvl1pPr>
              <a:defRPr sz="2100" b="0">
                <a:solidFill>
                  <a:srgbClr val="1C1C1A"/>
                </a:solidFill>
                <a:latin typeface="Arial"/>
                <a:ea typeface="Arial"/>
                <a:cs typeface="Arial"/>
              </a:defRPr>
            </a:lvl1pPr>
            <a:lvl2pPr>
              <a:defRPr sz="2100" b="0">
                <a:solidFill>
                  <a:srgbClr val="1C1C1A"/>
                </a:solidFill>
                <a:latin typeface="Arial"/>
                <a:ea typeface="Arial"/>
                <a:cs typeface="Arial"/>
              </a:defRPr>
            </a:lvl2pPr>
            <a:lvl3pPr>
              <a:defRPr sz="2100" b="0">
                <a:solidFill>
                  <a:srgbClr val="1C1C1A"/>
                </a:solidFill>
                <a:latin typeface="Arial"/>
                <a:ea typeface="Arial"/>
                <a:cs typeface="Arial"/>
              </a:defRPr>
            </a:lvl3pPr>
            <a:lvl4pPr>
              <a:defRPr sz="2100" b="0">
                <a:solidFill>
                  <a:srgbClr val="1C1C1A"/>
                </a:solidFill>
                <a:latin typeface="Arial"/>
                <a:ea typeface="Arial"/>
                <a:cs typeface="Arial"/>
              </a:defRPr>
            </a:lvl4pPr>
            <a:lvl5pPr>
              <a:defRPr sz="2100" b="0">
                <a:solidFill>
                  <a:srgbClr val="1C1C1A"/>
                </a:solidFill>
                <a:latin typeface="Arial"/>
                <a:ea typeface="Arial"/>
                <a:cs typeface="Arial"/>
              </a:defRPr>
            </a:lvl5pPr>
            <a:lvl6pPr>
              <a:defRPr sz="2100" b="0">
                <a:solidFill>
                  <a:srgbClr val="1C1C1A"/>
                </a:solidFill>
                <a:latin typeface="Arial"/>
                <a:ea typeface="Arial"/>
                <a:cs typeface="Arial"/>
              </a:defRPr>
            </a:lvl6pPr>
            <a:lvl7pPr>
              <a:defRPr sz="2100" b="0">
                <a:solidFill>
                  <a:srgbClr val="1C1C1A"/>
                </a:solidFill>
                <a:latin typeface="Arial"/>
                <a:ea typeface="Arial"/>
                <a:cs typeface="Arial"/>
              </a:defRPr>
            </a:lvl7pPr>
            <a:lvl8pPr>
              <a:defRPr sz="2100" b="0">
                <a:solidFill>
                  <a:srgbClr val="1C1C1A"/>
                </a:solidFill>
                <a:latin typeface="Arial"/>
                <a:ea typeface="Arial"/>
                <a:cs typeface="Arial"/>
              </a:defRPr>
            </a:lvl8pPr>
            <a:lvl9pPr>
              <a:defRPr sz="2100" b="0">
                <a:solidFill>
                  <a:srgbClr val="1C1C1A"/>
                </a:solidFill>
                <a:latin typeface="Arial"/>
                <a:ea typeface="Arial"/>
                <a:cs typeface="Arial"/>
              </a:defRPr>
            </a:lvl9pPr>
          </a:lstStyle>
          <a:p xmlns:a="http://schemas.openxmlformats.org/drawingml/2006/main">
            <a:pPr>
              <a:defRPr sz="2100" b="0">
                <a:solidFill>
                  <a:srgbClr val="1C1C1A"/>
                </a:solidFill>
                <a:latin typeface="Arial"/>
                <a:ea typeface="Arial"/>
                <a:cs typeface="Arial"/>
              </a:defRPr>
            </a:pPr>
            <a:r>
              <a:rPr sz="2100" b="0">
                <a:solidFill>
                  <a:srgbClr val="1C1C1A"/>
                </a:solidFill>
                <a:latin typeface="Arial"/>
                <a:ea typeface="Arial"/>
                <a:cs typeface="Arial"/>
              </a:rPr>
              <a:t>A later reassuring account leaves</a:t>
            </a:r>
          </a:p>
          <a:p xmlns:a="http://schemas.openxmlformats.org/drawingml/2006/main">
            <a:pPr>
              <a:defRPr sz="2100" b="0">
                <a:solidFill>
                  <a:srgbClr val="1C1C1A"/>
                </a:solidFill>
                <a:latin typeface="Arial"/>
                <a:ea typeface="Arial"/>
                <a:cs typeface="Arial"/>
              </a:defRPr>
            </a:pPr>
            <a:r>
              <a:rPr sz="2100" b="0">
                <a:solidFill>
                  <a:srgbClr val="1C1C1A"/>
                </a:solidFill>
                <a:latin typeface="Arial"/>
                <a:ea typeface="Arial"/>
                <a:cs typeface="Arial"/>
              </a:rPr>
              <a:t>the incident open for review.</a:t>
            </a:r>
          </a:p>
        </p:txBody>
      </p:sp>
      <p:sp>
        <p:nvSpPr>
          <p:cNvPr id="7" name="The coordinator can resolve or&#10;reopen the con">
            <a:extLst xmlns:a="http://schemas.openxmlformats.org/drawingml/2006/main">
              <a:ext uri="{FF2B5EF4-FFF2-40B4-BE49-F238E27FC236}">
                <a16:creationId xmlns:a16="http://schemas.microsoft.com/office/drawing/2014/main" id="{D43DA928-D412-413F-BA6D-2967C190FD52}"/>
              </a:ext>
            </a:extLst>
          </p:cNvPr>
          <p:cNvSpPr>
            <a:spLocks xmlns:a="http://schemas.openxmlformats.org/drawingml/2006/main" noGrp="1"/>
          </p:cNvSpPr>
          <p:nvPr/>
        </p:nvSpPr>
        <p:spPr>
          <a:xfrm xmlns:a="http://schemas.openxmlformats.org/drawingml/2006/main">
            <a:off x="6286500" y="4543425"/>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C1C1A"/>
                </a:solidFill>
                <a:latin typeface="Arial"/>
                <a:ea typeface="Arial"/>
                <a:cs typeface="Arial"/>
              </a:defRPr>
            </a:defPPr>
            <a:lvl1pPr>
              <a:defRPr sz="2100" b="0">
                <a:solidFill>
                  <a:srgbClr val="1C1C1A"/>
                </a:solidFill>
                <a:latin typeface="Arial"/>
                <a:ea typeface="Arial"/>
                <a:cs typeface="Arial"/>
              </a:defRPr>
            </a:lvl1pPr>
            <a:lvl2pPr>
              <a:defRPr sz="2100" b="0">
                <a:solidFill>
                  <a:srgbClr val="1C1C1A"/>
                </a:solidFill>
                <a:latin typeface="Arial"/>
                <a:ea typeface="Arial"/>
                <a:cs typeface="Arial"/>
              </a:defRPr>
            </a:lvl2pPr>
            <a:lvl3pPr>
              <a:defRPr sz="2100" b="0">
                <a:solidFill>
                  <a:srgbClr val="1C1C1A"/>
                </a:solidFill>
                <a:latin typeface="Arial"/>
                <a:ea typeface="Arial"/>
                <a:cs typeface="Arial"/>
              </a:defRPr>
            </a:lvl3pPr>
            <a:lvl4pPr>
              <a:defRPr sz="2100" b="0">
                <a:solidFill>
                  <a:srgbClr val="1C1C1A"/>
                </a:solidFill>
                <a:latin typeface="Arial"/>
                <a:ea typeface="Arial"/>
                <a:cs typeface="Arial"/>
              </a:defRPr>
            </a:lvl4pPr>
            <a:lvl5pPr>
              <a:defRPr sz="2100" b="0">
                <a:solidFill>
                  <a:srgbClr val="1C1C1A"/>
                </a:solidFill>
                <a:latin typeface="Arial"/>
                <a:ea typeface="Arial"/>
                <a:cs typeface="Arial"/>
              </a:defRPr>
            </a:lvl5pPr>
            <a:lvl6pPr>
              <a:defRPr sz="2100" b="0">
                <a:solidFill>
                  <a:srgbClr val="1C1C1A"/>
                </a:solidFill>
                <a:latin typeface="Arial"/>
                <a:ea typeface="Arial"/>
                <a:cs typeface="Arial"/>
              </a:defRPr>
            </a:lvl6pPr>
            <a:lvl7pPr>
              <a:defRPr sz="2100" b="0">
                <a:solidFill>
                  <a:srgbClr val="1C1C1A"/>
                </a:solidFill>
                <a:latin typeface="Arial"/>
                <a:ea typeface="Arial"/>
                <a:cs typeface="Arial"/>
              </a:defRPr>
            </a:lvl7pPr>
            <a:lvl8pPr>
              <a:defRPr sz="2100" b="0">
                <a:solidFill>
                  <a:srgbClr val="1C1C1A"/>
                </a:solidFill>
                <a:latin typeface="Arial"/>
                <a:ea typeface="Arial"/>
                <a:cs typeface="Arial"/>
              </a:defRPr>
            </a:lvl8pPr>
            <a:lvl9pPr>
              <a:defRPr sz="2100" b="0">
                <a:solidFill>
                  <a:srgbClr val="1C1C1A"/>
                </a:solidFill>
                <a:latin typeface="Arial"/>
                <a:ea typeface="Arial"/>
                <a:cs typeface="Arial"/>
              </a:defRPr>
            </a:lvl9pPr>
          </a:lstStyle>
          <a:p xmlns:a="http://schemas.openxmlformats.org/drawingml/2006/main">
            <a:pPr>
              <a:defRPr sz="2100" b="0">
                <a:solidFill>
                  <a:srgbClr val="1C1C1A"/>
                </a:solidFill>
                <a:latin typeface="Arial"/>
                <a:ea typeface="Arial"/>
                <a:cs typeface="Arial"/>
              </a:defRPr>
            </a:pPr>
            <a:r>
              <a:rPr sz="2100" b="0">
                <a:solidFill>
                  <a:srgbClr val="1C1C1A"/>
                </a:solidFill>
                <a:latin typeface="Arial"/>
                <a:ea typeface="Arial"/>
                <a:cs typeface="Arial"/>
              </a:rPr>
              <a:t>The coordinator can resolve or</a:t>
            </a:r>
          </a:p>
          <a:p xmlns:a="http://schemas.openxmlformats.org/drawingml/2006/main">
            <a:pPr>
              <a:defRPr sz="2100" b="0">
                <a:solidFill>
                  <a:srgbClr val="1C1C1A"/>
                </a:solidFill>
                <a:latin typeface="Arial"/>
                <a:ea typeface="Arial"/>
                <a:cs typeface="Arial"/>
              </a:defRPr>
            </a:pPr>
            <a:r>
              <a:rPr sz="2100" b="0">
                <a:solidFill>
                  <a:srgbClr val="1C1C1A"/>
                </a:solidFill>
                <a:latin typeface="Arial"/>
                <a:ea typeface="Arial"/>
                <a:cs typeface="Arial"/>
              </a:rPr>
              <a:t>reopen the conflict with a reason.</a:t>
            </a:r>
          </a:p>
        </p:txBody>
      </p:sp>
    </p:spTree>
    <p:extLst>
      <p:ext uri="{BB962C8B-B14F-4D97-AF65-F5344CB8AC3E}">
        <p14:creationId xmlns:p14="http://schemas.microsoft.com/office/powerpoint/2010/main" val="2039878772"/>
      </p:ext>
    </p:extLst>
  </p:cSld>
</p:sld>
</file>

<file path=ppt/slides/slide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 name="Coordinator decisions are version checked">
            <a:extLst xmlns:a="http://schemas.openxmlformats.org/drawingml/2006/main">
              <a:ext uri="{FF2B5EF4-FFF2-40B4-BE49-F238E27FC236}">
                <a16:creationId xmlns:a16="http://schemas.microsoft.com/office/drawing/2014/main" id="{22D961DA-CDF2-4A63-9C65-DBB7F11805D6}"/>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C1C1A"/>
                </a:solidFill>
                <a:latin typeface="Arial"/>
                <a:ea typeface="Arial"/>
                <a:cs typeface="Arial"/>
              </a:defRPr>
            </a:defPPr>
            <a:lvl1pPr>
              <a:defRPr sz="3300" b="1">
                <a:solidFill>
                  <a:srgbClr val="1C1C1A"/>
                </a:solidFill>
                <a:latin typeface="Arial"/>
                <a:ea typeface="Arial"/>
                <a:cs typeface="Arial"/>
              </a:defRPr>
            </a:lvl1pPr>
            <a:lvl2pPr>
              <a:defRPr sz="3300" b="1">
                <a:solidFill>
                  <a:srgbClr val="1C1C1A"/>
                </a:solidFill>
                <a:latin typeface="Arial"/>
                <a:ea typeface="Arial"/>
                <a:cs typeface="Arial"/>
              </a:defRPr>
            </a:lvl2pPr>
            <a:lvl3pPr>
              <a:defRPr sz="3300" b="1">
                <a:solidFill>
                  <a:srgbClr val="1C1C1A"/>
                </a:solidFill>
                <a:latin typeface="Arial"/>
                <a:ea typeface="Arial"/>
                <a:cs typeface="Arial"/>
              </a:defRPr>
            </a:lvl3pPr>
            <a:lvl4pPr>
              <a:defRPr sz="3300" b="1">
                <a:solidFill>
                  <a:srgbClr val="1C1C1A"/>
                </a:solidFill>
                <a:latin typeface="Arial"/>
                <a:ea typeface="Arial"/>
                <a:cs typeface="Arial"/>
              </a:defRPr>
            </a:lvl4pPr>
            <a:lvl5pPr>
              <a:defRPr sz="3300" b="1">
                <a:solidFill>
                  <a:srgbClr val="1C1C1A"/>
                </a:solidFill>
                <a:latin typeface="Arial"/>
                <a:ea typeface="Arial"/>
                <a:cs typeface="Arial"/>
              </a:defRPr>
            </a:lvl5pPr>
            <a:lvl6pPr>
              <a:defRPr sz="3300" b="1">
                <a:solidFill>
                  <a:srgbClr val="1C1C1A"/>
                </a:solidFill>
                <a:latin typeface="Arial"/>
                <a:ea typeface="Arial"/>
                <a:cs typeface="Arial"/>
              </a:defRPr>
            </a:lvl6pPr>
            <a:lvl7pPr>
              <a:defRPr sz="3300" b="1">
                <a:solidFill>
                  <a:srgbClr val="1C1C1A"/>
                </a:solidFill>
                <a:latin typeface="Arial"/>
                <a:ea typeface="Arial"/>
                <a:cs typeface="Arial"/>
              </a:defRPr>
            </a:lvl7pPr>
            <a:lvl8pPr>
              <a:defRPr sz="3300" b="1">
                <a:solidFill>
                  <a:srgbClr val="1C1C1A"/>
                </a:solidFill>
                <a:latin typeface="Arial"/>
                <a:ea typeface="Arial"/>
                <a:cs typeface="Arial"/>
              </a:defRPr>
            </a:lvl8pPr>
            <a:lvl9pPr>
              <a:defRPr sz="3300" b="1">
                <a:solidFill>
                  <a:srgbClr val="1C1C1A"/>
                </a:solidFill>
                <a:latin typeface="Arial"/>
                <a:ea typeface="Arial"/>
                <a:cs typeface="Arial"/>
              </a:defRPr>
            </a:lvl9pPr>
          </a:lstStyle>
          <a:p xmlns:a="http://schemas.openxmlformats.org/drawingml/2006/main">
            <a:pPr>
              <a:defRPr sz="3300" b="1">
                <a:solidFill>
                  <a:srgbClr val="1C1C1A"/>
                </a:solidFill>
                <a:latin typeface="Arial"/>
                <a:ea typeface="Arial"/>
                <a:cs typeface="Arial"/>
              </a:defRPr>
            </a:pPr>
            <a:r>
              <a:rPr sz="3300" b="1">
                <a:solidFill>
                  <a:srgbClr val="1C1C1A"/>
                </a:solidFill>
                <a:latin typeface="Arial"/>
                <a:ea typeface="Arial"/>
                <a:cs typeface="Arial"/>
              </a:rPr>
              <a:t>Coordinator review</a:t>
            </a:r>
          </a:p>
        </p:txBody>
      </p:sp>
      <p:sp>
        <p:nvSpPr>
          <p:cNvPr id="3" name="08">
            <a:extLst xmlns:a="http://schemas.openxmlformats.org/drawingml/2006/main">
              <a:ext uri="{FF2B5EF4-FFF2-40B4-BE49-F238E27FC236}">
                <a16:creationId xmlns:a16="http://schemas.microsoft.com/office/drawing/2014/main" id="{4D6CC6D7-9C5C-43F0-B066-E9AC9787E4BA}"/>
              </a:ext>
            </a:extLst>
          </p:cNvPr>
          <p:cNvSpPr>
            <a:spLocks xmlns:a="http://schemas.openxmlformats.org/drawingml/2006/main" noGrp="1"/>
          </p:cNvSpPr>
          <p:nvPr/>
        </p:nvSpPr>
        <p:spPr>
          <a:xfrm xmlns:a="http://schemas.openxmlformats.org/drawingml/2006/main">
            <a:off x="11049000" y="63627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B5A54"/>
                </a:solidFill>
                <a:latin typeface="Arial"/>
                <a:ea typeface="Arial"/>
                <a:cs typeface="Arial"/>
              </a:defRPr>
            </a:defPPr>
            <a:lvl1pPr algn="r">
              <a:defRPr sz="1350" b="0">
                <a:solidFill>
                  <a:srgbClr val="5B5A54"/>
                </a:solidFill>
                <a:latin typeface="Arial"/>
                <a:ea typeface="Arial"/>
                <a:cs typeface="Arial"/>
              </a:defRPr>
            </a:lvl1pPr>
            <a:lvl2pPr algn="r">
              <a:defRPr sz="1350" b="0">
                <a:solidFill>
                  <a:srgbClr val="5B5A54"/>
                </a:solidFill>
                <a:latin typeface="Arial"/>
                <a:ea typeface="Arial"/>
                <a:cs typeface="Arial"/>
              </a:defRPr>
            </a:lvl2pPr>
            <a:lvl3pPr algn="r">
              <a:defRPr sz="1350" b="0">
                <a:solidFill>
                  <a:srgbClr val="5B5A54"/>
                </a:solidFill>
                <a:latin typeface="Arial"/>
                <a:ea typeface="Arial"/>
                <a:cs typeface="Arial"/>
              </a:defRPr>
            </a:lvl3pPr>
            <a:lvl4pPr algn="r">
              <a:defRPr sz="1350" b="0">
                <a:solidFill>
                  <a:srgbClr val="5B5A54"/>
                </a:solidFill>
                <a:latin typeface="Arial"/>
                <a:ea typeface="Arial"/>
                <a:cs typeface="Arial"/>
              </a:defRPr>
            </a:lvl4pPr>
            <a:lvl5pPr algn="r">
              <a:defRPr sz="1350" b="0">
                <a:solidFill>
                  <a:srgbClr val="5B5A54"/>
                </a:solidFill>
                <a:latin typeface="Arial"/>
                <a:ea typeface="Arial"/>
                <a:cs typeface="Arial"/>
              </a:defRPr>
            </a:lvl5pPr>
            <a:lvl6pPr algn="r">
              <a:defRPr sz="1350" b="0">
                <a:solidFill>
                  <a:srgbClr val="5B5A54"/>
                </a:solidFill>
                <a:latin typeface="Arial"/>
                <a:ea typeface="Arial"/>
                <a:cs typeface="Arial"/>
              </a:defRPr>
            </a:lvl6pPr>
            <a:lvl7pPr algn="r">
              <a:defRPr sz="1350" b="0">
                <a:solidFill>
                  <a:srgbClr val="5B5A54"/>
                </a:solidFill>
                <a:latin typeface="Arial"/>
                <a:ea typeface="Arial"/>
                <a:cs typeface="Arial"/>
              </a:defRPr>
            </a:lvl7pPr>
            <a:lvl8pPr algn="r">
              <a:defRPr sz="1350" b="0">
                <a:solidFill>
                  <a:srgbClr val="5B5A54"/>
                </a:solidFill>
                <a:latin typeface="Arial"/>
                <a:ea typeface="Arial"/>
                <a:cs typeface="Arial"/>
              </a:defRPr>
            </a:lvl8pPr>
            <a:lvl9pPr algn="r">
              <a:defRPr sz="1350" b="0">
                <a:solidFill>
                  <a:srgbClr val="5B5A54"/>
                </a:solidFill>
                <a:latin typeface="Arial"/>
                <a:ea typeface="Arial"/>
                <a:cs typeface="Arial"/>
              </a:defRPr>
            </a:lvl9pPr>
          </a:lstStyle>
          <a:p xmlns:a="http://schemas.openxmlformats.org/drawingml/2006/main">
            <a:pPr algn="r">
              <a:defRPr sz="1350" b="0">
                <a:solidFill>
                  <a:srgbClr val="5B5A54"/>
                </a:solidFill>
                <a:latin typeface="Arial"/>
                <a:ea typeface="Arial"/>
                <a:cs typeface="Arial"/>
              </a:defRPr>
            </a:pPr>
            <a:r>
              <a:rPr sz="1350" b="0">
                <a:solidFill>
                  <a:srgbClr val="5B5A54"/>
                </a:solidFill>
                <a:latin typeface="Arial"/>
                <a:ea typeface="Arial"/>
                <a:cs typeface="Arial"/>
              </a:rPr>
              <a:t>08</a:t>
            </a:r>
          </a:p>
        </p:txBody>
      </p:sp>
      <p:sp>
        <p:nvSpPr>
          <p:cNvPr id="4" name="Confirm, reject, move, merge or split">
            <a:extLst xmlns:a="http://schemas.openxmlformats.org/drawingml/2006/main">
              <a:ext uri="{FF2B5EF4-FFF2-40B4-BE49-F238E27FC236}">
                <a16:creationId xmlns:a16="http://schemas.microsoft.com/office/drawing/2014/main" id="{250CFDCD-412D-45F4-8121-5CF886C3EC7D}"/>
              </a:ext>
            </a:extLst>
          </p:cNvPr>
          <p:cNvSpPr>
            <a:spLocks xmlns:a="http://schemas.openxmlformats.org/drawingml/2006/main" noGrp="1"/>
          </p:cNvSpPr>
          <p:nvPr/>
        </p:nvSpPr>
        <p:spPr>
          <a:xfrm xmlns:a="http://schemas.openxmlformats.org/drawingml/2006/main">
            <a:off x="609600" y="14097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C1C1A"/>
                </a:solidFill>
                <a:latin typeface="Arial"/>
                <a:ea typeface="Arial"/>
                <a:cs typeface="Arial"/>
              </a:defRPr>
            </a:defPPr>
            <a:lvl1pPr>
              <a:defRPr sz="2400" b="1">
                <a:solidFill>
                  <a:srgbClr val="1C1C1A"/>
                </a:solidFill>
                <a:latin typeface="Arial"/>
                <a:ea typeface="Arial"/>
                <a:cs typeface="Arial"/>
              </a:defRPr>
            </a:lvl1pPr>
            <a:lvl2pPr>
              <a:defRPr sz="2400" b="1">
                <a:solidFill>
                  <a:srgbClr val="1C1C1A"/>
                </a:solidFill>
                <a:latin typeface="Arial"/>
                <a:ea typeface="Arial"/>
                <a:cs typeface="Arial"/>
              </a:defRPr>
            </a:lvl2pPr>
            <a:lvl3pPr>
              <a:defRPr sz="2400" b="1">
                <a:solidFill>
                  <a:srgbClr val="1C1C1A"/>
                </a:solidFill>
                <a:latin typeface="Arial"/>
                <a:ea typeface="Arial"/>
                <a:cs typeface="Arial"/>
              </a:defRPr>
            </a:lvl3pPr>
            <a:lvl4pPr>
              <a:defRPr sz="2400" b="1">
                <a:solidFill>
                  <a:srgbClr val="1C1C1A"/>
                </a:solidFill>
                <a:latin typeface="Arial"/>
                <a:ea typeface="Arial"/>
                <a:cs typeface="Arial"/>
              </a:defRPr>
            </a:lvl4pPr>
            <a:lvl5pPr>
              <a:defRPr sz="2400" b="1">
                <a:solidFill>
                  <a:srgbClr val="1C1C1A"/>
                </a:solidFill>
                <a:latin typeface="Arial"/>
                <a:ea typeface="Arial"/>
                <a:cs typeface="Arial"/>
              </a:defRPr>
            </a:lvl5pPr>
            <a:lvl6pPr>
              <a:defRPr sz="2400" b="1">
                <a:solidFill>
                  <a:srgbClr val="1C1C1A"/>
                </a:solidFill>
                <a:latin typeface="Arial"/>
                <a:ea typeface="Arial"/>
                <a:cs typeface="Arial"/>
              </a:defRPr>
            </a:lvl6pPr>
            <a:lvl7pPr>
              <a:defRPr sz="2400" b="1">
                <a:solidFill>
                  <a:srgbClr val="1C1C1A"/>
                </a:solidFill>
                <a:latin typeface="Arial"/>
                <a:ea typeface="Arial"/>
                <a:cs typeface="Arial"/>
              </a:defRPr>
            </a:lvl7pPr>
            <a:lvl8pPr>
              <a:defRPr sz="2400" b="1">
                <a:solidFill>
                  <a:srgbClr val="1C1C1A"/>
                </a:solidFill>
                <a:latin typeface="Arial"/>
                <a:ea typeface="Arial"/>
                <a:cs typeface="Arial"/>
              </a:defRPr>
            </a:lvl8pPr>
            <a:lvl9pPr>
              <a:defRPr sz="2400" b="1">
                <a:solidFill>
                  <a:srgbClr val="1C1C1A"/>
                </a:solidFill>
                <a:latin typeface="Arial"/>
                <a:ea typeface="Arial"/>
                <a:cs typeface="Arial"/>
              </a:defRPr>
            </a:lvl9pPr>
          </a:lstStyle>
          <a:p xmlns:a="http://schemas.openxmlformats.org/drawingml/2006/main">
            <a:pPr>
              <a:defRPr sz="2400" b="1">
                <a:solidFill>
                  <a:srgbClr val="1C1C1A"/>
                </a:solidFill>
                <a:latin typeface="Arial"/>
                <a:ea typeface="Arial"/>
                <a:cs typeface="Arial"/>
              </a:defRPr>
            </a:pPr>
            <a:r>
              <a:rPr sz="2400" b="1">
                <a:solidFill>
                  <a:srgbClr val="1C1C1A"/>
                </a:solidFill>
                <a:latin typeface="Arial"/>
                <a:ea typeface="Arial"/>
                <a:cs typeface="Arial"/>
              </a:rPr>
              <a:t>Confirm, reject, move, merge or split</a:t>
            </a:r>
          </a:p>
        </p:txBody>
      </p:sp>
      <p:pic>
        <p:nvPicPr>
          <p:cNvPr id="5" name="">
            <a:extLst xmlns:a="http://schemas.openxmlformats.org/drawingml/2006/main">
              <a:ext uri="{FF2B5EF4-FFF2-40B4-BE49-F238E27FC236}">
                <a16:creationId xmlns:a16="http://schemas.microsoft.com/office/drawing/2014/main" id="{2F5A5CD9-9344-47D3-8F0F-F7DE0F19A6B6}"/>
              </a:ext>
            </a:extLst>
          </p:cNvPr>
          <p:cNvPicPr>
            <a:picLocks xmlns:a="http://schemas.openxmlformats.org/drawingml/2006/main" noChangeAspect="1"/>
          </p:cNvPicPr>
          <p:nvPr/>
        </p:nvPicPr>
        <p:blipFill>
          <a:blip xmlns:r="http://schemas.openxmlformats.org/officeDocument/2006/relationships" xmlns:a="http://schemas.openxmlformats.org/drawingml/2006/main" r:embed="Rabfa29817faa4a2f"/>
          <a:stretch xmlns:a="http://schemas.openxmlformats.org/drawingml/2006/main"/>
        </p:blipFill>
        <p:spPr>
          <a:xfrm xmlns:a="http://schemas.openxmlformats.org/drawingml/2006/main">
            <a:off x="609600" y="2541723"/>
            <a:ext cx="5238750" cy="2231754"/>
          </a:xfrm>
          <a:prstGeom xmlns:a="http://schemas.openxmlformats.org/drawingml/2006/main" prst="rect">
            <a:avLst/>
          </a:prstGeom>
        </p:spPr>
      </p:pic>
      <p:sp>
        <p:nvSpPr>
          <p:cNvPr id="6" name="Each change stores its reason,&#10;affected repor">
            <a:extLst xmlns:a="http://schemas.openxmlformats.org/drawingml/2006/main">
              <a:ext uri="{FF2B5EF4-FFF2-40B4-BE49-F238E27FC236}">
                <a16:creationId xmlns:a16="http://schemas.microsoft.com/office/drawing/2014/main" id="{5AFBFB58-00B9-4298-9558-6A6DF423D403}"/>
              </a:ext>
            </a:extLst>
          </p:cNvPr>
          <p:cNvSpPr>
            <a:spLocks xmlns:a="http://schemas.openxmlformats.org/drawingml/2006/main" noGrp="1"/>
          </p:cNvSpPr>
          <p:nvPr/>
        </p:nvSpPr>
        <p:spPr>
          <a:xfrm xmlns:a="http://schemas.openxmlformats.org/drawingml/2006/main">
            <a:off x="6381750" y="2247900"/>
            <a:ext cx="50006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C1C1A"/>
                </a:solidFill>
                <a:latin typeface="Arial"/>
                <a:ea typeface="Arial"/>
                <a:cs typeface="Arial"/>
              </a:defRPr>
            </a:defPPr>
            <a:lvl1pPr>
              <a:defRPr sz="2100" b="0">
                <a:solidFill>
                  <a:srgbClr val="1C1C1A"/>
                </a:solidFill>
                <a:latin typeface="Arial"/>
                <a:ea typeface="Arial"/>
                <a:cs typeface="Arial"/>
              </a:defRPr>
            </a:lvl1pPr>
            <a:lvl2pPr>
              <a:defRPr sz="2100" b="0">
                <a:solidFill>
                  <a:srgbClr val="1C1C1A"/>
                </a:solidFill>
                <a:latin typeface="Arial"/>
                <a:ea typeface="Arial"/>
                <a:cs typeface="Arial"/>
              </a:defRPr>
            </a:lvl2pPr>
            <a:lvl3pPr>
              <a:defRPr sz="2100" b="0">
                <a:solidFill>
                  <a:srgbClr val="1C1C1A"/>
                </a:solidFill>
                <a:latin typeface="Arial"/>
                <a:ea typeface="Arial"/>
                <a:cs typeface="Arial"/>
              </a:defRPr>
            </a:lvl3pPr>
            <a:lvl4pPr>
              <a:defRPr sz="2100" b="0">
                <a:solidFill>
                  <a:srgbClr val="1C1C1A"/>
                </a:solidFill>
                <a:latin typeface="Arial"/>
                <a:ea typeface="Arial"/>
                <a:cs typeface="Arial"/>
              </a:defRPr>
            </a:lvl4pPr>
            <a:lvl5pPr>
              <a:defRPr sz="2100" b="0">
                <a:solidFill>
                  <a:srgbClr val="1C1C1A"/>
                </a:solidFill>
                <a:latin typeface="Arial"/>
                <a:ea typeface="Arial"/>
                <a:cs typeface="Arial"/>
              </a:defRPr>
            </a:lvl5pPr>
            <a:lvl6pPr>
              <a:defRPr sz="2100" b="0">
                <a:solidFill>
                  <a:srgbClr val="1C1C1A"/>
                </a:solidFill>
                <a:latin typeface="Arial"/>
                <a:ea typeface="Arial"/>
                <a:cs typeface="Arial"/>
              </a:defRPr>
            </a:lvl6pPr>
            <a:lvl7pPr>
              <a:defRPr sz="2100" b="0">
                <a:solidFill>
                  <a:srgbClr val="1C1C1A"/>
                </a:solidFill>
                <a:latin typeface="Arial"/>
                <a:ea typeface="Arial"/>
                <a:cs typeface="Arial"/>
              </a:defRPr>
            </a:lvl7pPr>
            <a:lvl8pPr>
              <a:defRPr sz="2100" b="0">
                <a:solidFill>
                  <a:srgbClr val="1C1C1A"/>
                </a:solidFill>
                <a:latin typeface="Arial"/>
                <a:ea typeface="Arial"/>
                <a:cs typeface="Arial"/>
              </a:defRPr>
            </a:lvl8pPr>
            <a:lvl9pPr>
              <a:defRPr sz="2100" b="0">
                <a:solidFill>
                  <a:srgbClr val="1C1C1A"/>
                </a:solidFill>
                <a:latin typeface="Arial"/>
                <a:ea typeface="Arial"/>
                <a:cs typeface="Arial"/>
              </a:defRPr>
            </a:lvl9pPr>
          </a:lstStyle>
          <a:p xmlns:a="http://schemas.openxmlformats.org/drawingml/2006/main">
            <a:pPr>
              <a:defRPr sz="2100" b="0">
                <a:solidFill>
                  <a:srgbClr val="1C1C1A"/>
                </a:solidFill>
                <a:latin typeface="Arial"/>
                <a:ea typeface="Arial"/>
                <a:cs typeface="Arial"/>
              </a:defRPr>
            </a:pPr>
            <a:r>
              <a:rPr sz="2100" b="0">
                <a:solidFill>
                  <a:srgbClr val="1C1C1A"/>
                </a:solidFill>
                <a:latin typeface="Arial"/>
                <a:ea typeface="Arial"/>
                <a:cs typeface="Arial"/>
              </a:rPr>
              <a:t>Each change stores its reason,</a:t>
            </a:r>
          </a:p>
          <a:p xmlns:a="http://schemas.openxmlformats.org/drawingml/2006/main">
            <a:pPr>
              <a:defRPr sz="2100" b="0">
                <a:solidFill>
                  <a:srgbClr val="1C1C1A"/>
                </a:solidFill>
                <a:latin typeface="Arial"/>
                <a:ea typeface="Arial"/>
                <a:cs typeface="Arial"/>
              </a:defRPr>
            </a:pPr>
            <a:r>
              <a:rPr sz="2100" b="0">
                <a:solidFill>
                  <a:srgbClr val="1C1C1A"/>
                </a:solidFill>
                <a:latin typeface="Arial"/>
                <a:ea typeface="Arial"/>
                <a:cs typeface="Arial"/>
              </a:rPr>
              <a:t>affected reports and before/after state.</a:t>
            </a:r>
          </a:p>
        </p:txBody>
      </p:sp>
      <p:sp>
        <p:nvSpPr>
          <p:cNvPr id="7" name="Stale versions return HTTP 409.&#10;The coordinat">
            <a:extLst xmlns:a="http://schemas.openxmlformats.org/drawingml/2006/main">
              <a:ext uri="{FF2B5EF4-FFF2-40B4-BE49-F238E27FC236}">
                <a16:creationId xmlns:a16="http://schemas.microsoft.com/office/drawing/2014/main" id="{4442985F-D07C-4DAB-87EF-70B64E39797B}"/>
              </a:ext>
            </a:extLst>
          </p:cNvPr>
          <p:cNvSpPr>
            <a:spLocks xmlns:a="http://schemas.openxmlformats.org/drawingml/2006/main" noGrp="1"/>
          </p:cNvSpPr>
          <p:nvPr/>
        </p:nvSpPr>
        <p:spPr>
          <a:xfrm xmlns:a="http://schemas.openxmlformats.org/drawingml/2006/main">
            <a:off x="6381750" y="3829050"/>
            <a:ext cx="50006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C1C1A"/>
                </a:solidFill>
                <a:latin typeface="Arial"/>
                <a:ea typeface="Arial"/>
                <a:cs typeface="Arial"/>
              </a:defRPr>
            </a:defPPr>
            <a:lvl1pPr>
              <a:defRPr sz="2025" b="0">
                <a:solidFill>
                  <a:srgbClr val="1C1C1A"/>
                </a:solidFill>
                <a:latin typeface="Arial"/>
                <a:ea typeface="Arial"/>
                <a:cs typeface="Arial"/>
              </a:defRPr>
            </a:lvl1pPr>
            <a:lvl2pPr>
              <a:defRPr sz="2025" b="0">
                <a:solidFill>
                  <a:srgbClr val="1C1C1A"/>
                </a:solidFill>
                <a:latin typeface="Arial"/>
                <a:ea typeface="Arial"/>
                <a:cs typeface="Arial"/>
              </a:defRPr>
            </a:lvl2pPr>
            <a:lvl3pPr>
              <a:defRPr sz="2025" b="0">
                <a:solidFill>
                  <a:srgbClr val="1C1C1A"/>
                </a:solidFill>
                <a:latin typeface="Arial"/>
                <a:ea typeface="Arial"/>
                <a:cs typeface="Arial"/>
              </a:defRPr>
            </a:lvl3pPr>
            <a:lvl4pPr>
              <a:defRPr sz="2025" b="0">
                <a:solidFill>
                  <a:srgbClr val="1C1C1A"/>
                </a:solidFill>
                <a:latin typeface="Arial"/>
                <a:ea typeface="Arial"/>
                <a:cs typeface="Arial"/>
              </a:defRPr>
            </a:lvl4pPr>
            <a:lvl5pPr>
              <a:defRPr sz="2025" b="0">
                <a:solidFill>
                  <a:srgbClr val="1C1C1A"/>
                </a:solidFill>
                <a:latin typeface="Arial"/>
                <a:ea typeface="Arial"/>
                <a:cs typeface="Arial"/>
              </a:defRPr>
            </a:lvl5pPr>
            <a:lvl6pPr>
              <a:defRPr sz="2025" b="0">
                <a:solidFill>
                  <a:srgbClr val="1C1C1A"/>
                </a:solidFill>
                <a:latin typeface="Arial"/>
                <a:ea typeface="Arial"/>
                <a:cs typeface="Arial"/>
              </a:defRPr>
            </a:lvl6pPr>
            <a:lvl7pPr>
              <a:defRPr sz="2025" b="0">
                <a:solidFill>
                  <a:srgbClr val="1C1C1A"/>
                </a:solidFill>
                <a:latin typeface="Arial"/>
                <a:ea typeface="Arial"/>
                <a:cs typeface="Arial"/>
              </a:defRPr>
            </a:lvl7pPr>
            <a:lvl8pPr>
              <a:defRPr sz="2025" b="0">
                <a:solidFill>
                  <a:srgbClr val="1C1C1A"/>
                </a:solidFill>
                <a:latin typeface="Arial"/>
                <a:ea typeface="Arial"/>
                <a:cs typeface="Arial"/>
              </a:defRPr>
            </a:lvl8pPr>
            <a:lvl9pPr>
              <a:defRPr sz="2025" b="0">
                <a:solidFill>
                  <a:srgbClr val="1C1C1A"/>
                </a:solidFill>
                <a:latin typeface="Arial"/>
                <a:ea typeface="Arial"/>
                <a:cs typeface="Arial"/>
              </a:defRPr>
            </a:lvl9pPr>
          </a:lstStyle>
          <a:p xmlns:a="http://schemas.openxmlformats.org/drawingml/2006/main">
            <a:pPr>
              <a:defRPr sz="2025" b="0">
                <a:solidFill>
                  <a:srgbClr val="1C1C1A"/>
                </a:solidFill>
                <a:latin typeface="Arial"/>
                <a:ea typeface="Arial"/>
                <a:cs typeface="Arial"/>
              </a:defRPr>
            </a:pPr>
            <a:r>
              <a:rPr sz="2025" b="0">
                <a:solidFill>
                  <a:srgbClr val="1C1C1A"/>
                </a:solidFill>
                <a:latin typeface="Arial"/>
                <a:ea typeface="Arial"/>
                <a:cs typeface="Arial"/>
              </a:rPr>
              <a:t>Stale versions return HTTP 409.</a:t>
            </a:r>
          </a:p>
          <a:p xmlns:a="http://schemas.openxmlformats.org/drawingml/2006/main">
            <a:pPr>
              <a:defRPr sz="2025" b="0">
                <a:solidFill>
                  <a:srgbClr val="1C1C1A"/>
                </a:solidFill>
                <a:latin typeface="Arial"/>
                <a:ea typeface="Arial"/>
                <a:cs typeface="Arial"/>
              </a:defRPr>
            </a:pPr>
            <a:r>
              <a:rPr sz="2025" b="0">
                <a:solidFill>
                  <a:srgbClr val="1C1C1A"/>
                </a:solidFill>
                <a:latin typeface="Arial"/>
                <a:ea typeface="Arial"/>
                <a:cs typeface="Arial"/>
              </a:rPr>
              <a:t>The coordinator reviews the new state</a:t>
            </a:r>
          </a:p>
          <a:p xmlns:a="http://schemas.openxmlformats.org/drawingml/2006/main">
            <a:pPr>
              <a:defRPr sz="2025" b="0">
                <a:solidFill>
                  <a:srgbClr val="1C1C1A"/>
                </a:solidFill>
                <a:latin typeface="Arial"/>
                <a:ea typeface="Arial"/>
                <a:cs typeface="Arial"/>
              </a:defRPr>
            </a:pPr>
            <a:r>
              <a:rPr sz="2025" b="0">
                <a:solidFill>
                  <a:srgbClr val="1C1C1A"/>
                </a:solidFill>
                <a:latin typeface="Arial"/>
                <a:ea typeface="Arial"/>
                <a:cs typeface="Arial"/>
              </a:rPr>
              <a:t>before retrying.</a:t>
            </a:r>
          </a:p>
        </p:txBody>
      </p:sp>
      <p:sp>
        <p:nvSpPr>
          <p:cNvPr id="8" name="">
            <a:extLst xmlns:a="http://schemas.openxmlformats.org/drawingml/2006/main">
              <a:ext uri="{FF2B5EF4-FFF2-40B4-BE49-F238E27FC236}">
                <a16:creationId xmlns:a16="http://schemas.microsoft.com/office/drawing/2014/main" id="{FC47AB78-9386-47ED-B147-A122FA61EAA4}"/>
              </a:ext>
            </a:extLst>
          </p:cNvPr>
          <p:cNvSpPr>
            <a:spLocks xmlns:a="http://schemas.openxmlformats.org/drawingml/2006/main" noGrp="1"/>
          </p:cNvSpPr>
          <p:nvPr/>
        </p:nvSpPr>
        <p:spPr>
          <a:xfrm xmlns:a="http://schemas.openxmlformats.org/drawingml/2006/main">
            <a:off x="609600" y="54483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a:solidFill>
                  <a:srgbClr val="1C1C1A"/>
                </a:solidFill>
                <a:latin typeface="Arial"/>
                <a:ea typeface="Arial"/>
                <a:cs typeface="Arial"/>
              </a:defRPr>
            </a:defPPr>
            <a:lvl1pPr>
              <a:defRPr sz="1800">
                <a:solidFill>
                  <a:srgbClr val="1C1C1A"/>
                </a:solidFill>
                <a:latin typeface="Arial"/>
                <a:ea typeface="Arial"/>
                <a:cs typeface="Arial"/>
              </a:defRPr>
            </a:lvl1pPr>
            <a:lvl2pPr>
              <a:defRPr sz="1800">
                <a:solidFill>
                  <a:srgbClr val="1C1C1A"/>
                </a:solidFill>
                <a:latin typeface="Arial"/>
                <a:ea typeface="Arial"/>
                <a:cs typeface="Arial"/>
              </a:defRPr>
            </a:lvl2pPr>
            <a:lvl3pPr>
              <a:defRPr sz="1800">
                <a:solidFill>
                  <a:srgbClr val="1C1C1A"/>
                </a:solidFill>
                <a:latin typeface="Arial"/>
                <a:ea typeface="Arial"/>
                <a:cs typeface="Arial"/>
              </a:defRPr>
            </a:lvl3pPr>
            <a:lvl4pPr>
              <a:defRPr sz="1800">
                <a:solidFill>
                  <a:srgbClr val="1C1C1A"/>
                </a:solidFill>
                <a:latin typeface="Arial"/>
                <a:ea typeface="Arial"/>
                <a:cs typeface="Arial"/>
              </a:defRPr>
            </a:lvl4pPr>
            <a:lvl5pPr>
              <a:defRPr sz="1800">
                <a:solidFill>
                  <a:srgbClr val="1C1C1A"/>
                </a:solidFill>
                <a:latin typeface="Arial"/>
                <a:ea typeface="Arial"/>
                <a:cs typeface="Arial"/>
              </a:defRPr>
            </a:lvl5pPr>
            <a:lvl6pPr>
              <a:defRPr sz="1800">
                <a:solidFill>
                  <a:srgbClr val="1C1C1A"/>
                </a:solidFill>
                <a:latin typeface="Arial"/>
                <a:ea typeface="Arial"/>
                <a:cs typeface="Arial"/>
              </a:defRPr>
            </a:lvl6pPr>
            <a:lvl7pPr>
              <a:defRPr sz="1800">
                <a:solidFill>
                  <a:srgbClr val="1C1C1A"/>
                </a:solidFill>
                <a:latin typeface="Arial"/>
                <a:ea typeface="Arial"/>
                <a:cs typeface="Arial"/>
              </a:defRPr>
            </a:lvl7pPr>
            <a:lvl8pPr>
              <a:defRPr sz="1800">
                <a:solidFill>
                  <a:srgbClr val="1C1C1A"/>
                </a:solidFill>
                <a:latin typeface="Arial"/>
                <a:ea typeface="Arial"/>
                <a:cs typeface="Arial"/>
              </a:defRPr>
            </a:lvl8pPr>
            <a:lvl9pPr>
              <a:defRPr sz="1800">
                <a:solidFill>
                  <a:srgbClr val="1C1C1A"/>
                </a:solidFill>
                <a:latin typeface="Arial"/>
                <a:ea typeface="Arial"/>
                <a:cs typeface="Arial"/>
              </a:defRPr>
            </a:lvl9pPr>
          </a:lstStyle>
          <a:p xmlns:a="http://schemas.openxmlformats.org/drawingml/2006/main">
            <a:pPr>
              <a:defRPr sz="1800">
                <a:solidFill>
                  <a:srgbClr val="1C1C1A"/>
                </a:solidFill>
                <a:latin typeface="Arial"/>
                <a:ea typeface="Arial"/>
                <a:cs typeface="Arial"/>
              </a:defRPr>
            </a:pPr>
            <a:r>
              <a:rPr sz="1800">
                <a:solidFill>
                  <a:srgbClr val="1C1C1A"/>
                </a:solidFill>
                <a:latin typeface="Arial"/>
                <a:ea typeface="Arial"/>
                <a:cs typeface="Arial"/>
              </a:rPr>
              <a:t>Recorded reason: “Reviewed the Exit A accounts together. Keep the changing</a:t>
            </a:r>
          </a:p>
          <a:p xmlns:a="http://schemas.openxmlformats.org/drawingml/2006/main">
            <a:pPr>
              <a:defRPr sz="1800">
                <a:solidFill>
                  <a:srgbClr val="1C1C1A"/>
                </a:solidFill>
                <a:latin typeface="Arial"/>
                <a:ea typeface="Arial"/>
                <a:cs typeface="Arial"/>
              </a:defRPr>
            </a:pPr>
            <a:r>
              <a:rPr sz="1800">
                <a:solidFill>
                  <a:srgbClr val="1C1C1A"/>
                </a:solidFill>
                <a:latin typeface="Arial"/>
                <a:ea typeface="Arial"/>
                <a:cs typeface="Arial"/>
              </a:rPr>
              <a:t>door status visible for follow-up.”</a:t>
            </a:r>
          </a:p>
        </p:txBody>
      </p:sp>
    </p:spTree>
    <p:extLst>
      <p:ext uri="{BB962C8B-B14F-4D97-AF65-F5344CB8AC3E}">
        <p14:creationId xmlns:p14="http://schemas.microsoft.com/office/powerpoint/2010/main" val="2046582760"/>
      </p:ext>
    </p:extLst>
  </p:cSld>
</p:sld>
</file>

<file path=ppt/slides/slide9.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 name="Synthetic data and evaluation protocol">
            <a:extLst xmlns:a="http://schemas.openxmlformats.org/drawingml/2006/main">
              <a:ext uri="{FF2B5EF4-FFF2-40B4-BE49-F238E27FC236}">
                <a16:creationId xmlns:a16="http://schemas.microsoft.com/office/drawing/2014/main" id="{CC354A2D-B3CE-4699-8B01-AE012111D50D}"/>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C1C1A"/>
                </a:solidFill>
                <a:latin typeface="Arial"/>
                <a:ea typeface="Arial"/>
                <a:cs typeface="Arial"/>
              </a:defRPr>
            </a:defPPr>
            <a:lvl1pPr>
              <a:defRPr sz="3300" b="1">
                <a:solidFill>
                  <a:srgbClr val="1C1C1A"/>
                </a:solidFill>
                <a:latin typeface="Arial"/>
                <a:ea typeface="Arial"/>
                <a:cs typeface="Arial"/>
              </a:defRPr>
            </a:lvl1pPr>
            <a:lvl2pPr>
              <a:defRPr sz="3300" b="1">
                <a:solidFill>
                  <a:srgbClr val="1C1C1A"/>
                </a:solidFill>
                <a:latin typeface="Arial"/>
                <a:ea typeface="Arial"/>
                <a:cs typeface="Arial"/>
              </a:defRPr>
            </a:lvl2pPr>
            <a:lvl3pPr>
              <a:defRPr sz="3300" b="1">
                <a:solidFill>
                  <a:srgbClr val="1C1C1A"/>
                </a:solidFill>
                <a:latin typeface="Arial"/>
                <a:ea typeface="Arial"/>
                <a:cs typeface="Arial"/>
              </a:defRPr>
            </a:lvl3pPr>
            <a:lvl4pPr>
              <a:defRPr sz="3300" b="1">
                <a:solidFill>
                  <a:srgbClr val="1C1C1A"/>
                </a:solidFill>
                <a:latin typeface="Arial"/>
                <a:ea typeface="Arial"/>
                <a:cs typeface="Arial"/>
              </a:defRPr>
            </a:lvl4pPr>
            <a:lvl5pPr>
              <a:defRPr sz="3300" b="1">
                <a:solidFill>
                  <a:srgbClr val="1C1C1A"/>
                </a:solidFill>
                <a:latin typeface="Arial"/>
                <a:ea typeface="Arial"/>
                <a:cs typeface="Arial"/>
              </a:defRPr>
            </a:lvl5pPr>
            <a:lvl6pPr>
              <a:defRPr sz="3300" b="1">
                <a:solidFill>
                  <a:srgbClr val="1C1C1A"/>
                </a:solidFill>
                <a:latin typeface="Arial"/>
                <a:ea typeface="Arial"/>
                <a:cs typeface="Arial"/>
              </a:defRPr>
            </a:lvl6pPr>
            <a:lvl7pPr>
              <a:defRPr sz="3300" b="1">
                <a:solidFill>
                  <a:srgbClr val="1C1C1A"/>
                </a:solidFill>
                <a:latin typeface="Arial"/>
                <a:ea typeface="Arial"/>
                <a:cs typeface="Arial"/>
              </a:defRPr>
            </a:lvl7pPr>
            <a:lvl8pPr>
              <a:defRPr sz="3300" b="1">
                <a:solidFill>
                  <a:srgbClr val="1C1C1A"/>
                </a:solidFill>
                <a:latin typeface="Arial"/>
                <a:ea typeface="Arial"/>
                <a:cs typeface="Arial"/>
              </a:defRPr>
            </a:lvl8pPr>
            <a:lvl9pPr>
              <a:defRPr sz="3300" b="1">
                <a:solidFill>
                  <a:srgbClr val="1C1C1A"/>
                </a:solidFill>
                <a:latin typeface="Arial"/>
                <a:ea typeface="Arial"/>
                <a:cs typeface="Arial"/>
              </a:defRPr>
            </a:lvl9pPr>
          </a:lstStyle>
          <a:p xmlns:a="http://schemas.openxmlformats.org/drawingml/2006/main">
            <a:pPr>
              <a:defRPr sz="3300" b="1">
                <a:solidFill>
                  <a:srgbClr val="1C1C1A"/>
                </a:solidFill>
                <a:latin typeface="Arial"/>
                <a:ea typeface="Arial"/>
                <a:cs typeface="Arial"/>
              </a:defRPr>
            </a:pPr>
            <a:r>
              <a:rPr sz="3300" b="1">
                <a:solidFill>
                  <a:srgbClr val="1C1C1A"/>
                </a:solidFill>
                <a:latin typeface="Arial"/>
                <a:ea typeface="Arial"/>
                <a:cs typeface="Arial"/>
              </a:rPr>
              <a:t>Synthetic data and evaluation protocol</a:t>
            </a:r>
          </a:p>
        </p:txBody>
      </p:sp>
      <p:sp>
        <p:nvSpPr>
          <p:cNvPr id="3" name="09">
            <a:extLst xmlns:a="http://schemas.openxmlformats.org/drawingml/2006/main">
              <a:ext uri="{FF2B5EF4-FFF2-40B4-BE49-F238E27FC236}">
                <a16:creationId xmlns:a16="http://schemas.microsoft.com/office/drawing/2014/main" id="{0747E06F-3BD5-4C5D-8B4A-00004DF9ECEE}"/>
              </a:ext>
            </a:extLst>
          </p:cNvPr>
          <p:cNvSpPr>
            <a:spLocks xmlns:a="http://schemas.openxmlformats.org/drawingml/2006/main" noGrp="1"/>
          </p:cNvSpPr>
          <p:nvPr/>
        </p:nvSpPr>
        <p:spPr>
          <a:xfrm xmlns:a="http://schemas.openxmlformats.org/drawingml/2006/main">
            <a:off x="11049000" y="63627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B5A54"/>
                </a:solidFill>
                <a:latin typeface="Arial"/>
                <a:ea typeface="Arial"/>
                <a:cs typeface="Arial"/>
              </a:defRPr>
            </a:defPPr>
            <a:lvl1pPr algn="r">
              <a:defRPr sz="1350" b="0">
                <a:solidFill>
                  <a:srgbClr val="5B5A54"/>
                </a:solidFill>
                <a:latin typeface="Arial"/>
                <a:ea typeface="Arial"/>
                <a:cs typeface="Arial"/>
              </a:defRPr>
            </a:lvl1pPr>
            <a:lvl2pPr algn="r">
              <a:defRPr sz="1350" b="0">
                <a:solidFill>
                  <a:srgbClr val="5B5A54"/>
                </a:solidFill>
                <a:latin typeface="Arial"/>
                <a:ea typeface="Arial"/>
                <a:cs typeface="Arial"/>
              </a:defRPr>
            </a:lvl2pPr>
            <a:lvl3pPr algn="r">
              <a:defRPr sz="1350" b="0">
                <a:solidFill>
                  <a:srgbClr val="5B5A54"/>
                </a:solidFill>
                <a:latin typeface="Arial"/>
                <a:ea typeface="Arial"/>
                <a:cs typeface="Arial"/>
              </a:defRPr>
            </a:lvl3pPr>
            <a:lvl4pPr algn="r">
              <a:defRPr sz="1350" b="0">
                <a:solidFill>
                  <a:srgbClr val="5B5A54"/>
                </a:solidFill>
                <a:latin typeface="Arial"/>
                <a:ea typeface="Arial"/>
                <a:cs typeface="Arial"/>
              </a:defRPr>
            </a:lvl4pPr>
            <a:lvl5pPr algn="r">
              <a:defRPr sz="1350" b="0">
                <a:solidFill>
                  <a:srgbClr val="5B5A54"/>
                </a:solidFill>
                <a:latin typeface="Arial"/>
                <a:ea typeface="Arial"/>
                <a:cs typeface="Arial"/>
              </a:defRPr>
            </a:lvl5pPr>
            <a:lvl6pPr algn="r">
              <a:defRPr sz="1350" b="0">
                <a:solidFill>
                  <a:srgbClr val="5B5A54"/>
                </a:solidFill>
                <a:latin typeface="Arial"/>
                <a:ea typeface="Arial"/>
                <a:cs typeface="Arial"/>
              </a:defRPr>
            </a:lvl6pPr>
            <a:lvl7pPr algn="r">
              <a:defRPr sz="1350" b="0">
                <a:solidFill>
                  <a:srgbClr val="5B5A54"/>
                </a:solidFill>
                <a:latin typeface="Arial"/>
                <a:ea typeface="Arial"/>
                <a:cs typeface="Arial"/>
              </a:defRPr>
            </a:lvl7pPr>
            <a:lvl8pPr algn="r">
              <a:defRPr sz="1350" b="0">
                <a:solidFill>
                  <a:srgbClr val="5B5A54"/>
                </a:solidFill>
                <a:latin typeface="Arial"/>
                <a:ea typeface="Arial"/>
                <a:cs typeface="Arial"/>
              </a:defRPr>
            </a:lvl8pPr>
            <a:lvl9pPr algn="r">
              <a:defRPr sz="1350" b="0">
                <a:solidFill>
                  <a:srgbClr val="5B5A54"/>
                </a:solidFill>
                <a:latin typeface="Arial"/>
                <a:ea typeface="Arial"/>
                <a:cs typeface="Arial"/>
              </a:defRPr>
            </a:lvl9pPr>
          </a:lstStyle>
          <a:p xmlns:a="http://schemas.openxmlformats.org/drawingml/2006/main">
            <a:pPr algn="r">
              <a:defRPr sz="1350" b="0">
                <a:solidFill>
                  <a:srgbClr val="5B5A54"/>
                </a:solidFill>
                <a:latin typeface="Arial"/>
                <a:ea typeface="Arial"/>
                <a:cs typeface="Arial"/>
              </a:defRPr>
            </a:pPr>
            <a:r>
              <a:rPr sz="1350" b="0">
                <a:solidFill>
                  <a:srgbClr val="5B5A54"/>
                </a:solidFill>
                <a:latin typeface="Arial"/>
                <a:ea typeface="Arial"/>
                <a:cs typeface="Arial"/>
              </a:rPr>
              <a:t>09</a:t>
            </a:r>
          </a:p>
        </p:txBody>
      </p:sp>
      <p:graphicFrame>
        <p:nvGraphicFramePr>
          <p:cNvPr id="4" name="">
            <a:extLst xmlns:a="http://schemas.openxmlformats.org/drawingml/2006/main">
              <a:ext uri="{FF2B5EF4-FFF2-40B4-BE49-F238E27FC236}">
                <a16:creationId xmlns:a16="http://schemas.microsoft.com/office/drawing/2014/main" id="{F66E5C09-3A5F-46B8-8294-FD0B7B8457ED}"/>
              </a:ext>
            </a:extLst>
          </p:cNvPr>
          <p:cNvGraphicFramePr/>
          <p:nvPr/>
        </p:nvGraphicFramePr>
        <p:xfrm>
          <a:off xmlns:a="http://schemas.openxmlformats.org/drawingml/2006/main" x="609600" y="1485900"/>
          <a:ext xmlns:a="http://schemas.openxmlformats.org/drawingml/2006/main" cx="10972800" cy="2714625"/>
        </p:xfrm>
        <a:graphic xmlns:a="http://schemas.openxmlformats.org/drawingml/2006/main">
          <a:graphicData uri="http://schemas.openxmlformats.org/drawingml/2006/table">
            <a:tbl>
              <a:tblPr/>
              <a:tblGrid>
                <a:gridCol w="3048000"/>
                <a:gridCol w="1524000"/>
                <a:gridCol w="1524000"/>
                <a:gridCol w="4876800"/>
              </a:tblGrid>
              <a:tr h="678656">
                <a:tc>
                  <a:txBody>
                    <a:bodyPr lIns="114300" tIns="114300" rIns="114300" bIns="114300"/>
                    <a:lstStyle/>
                    <a:p>
                      <a:r>
                        <a:rPr sz="1875" b="1">
                          <a:solidFill>
                            <a:srgbClr val="1C1C1A"/>
                          </a:solidFill>
                          <a:latin typeface="Arial"/>
                          <a:ea typeface="Arial"/>
                          <a:cs typeface="Arial"/>
                        </a:rPr>
                        <a:t>Set</a:t>
                      </a:r>
                    </a:p>
                  </a:txBody>
                  <a:tcPr marL="91440" marR="91440" marT="45720" marB="45720" anchor="ctr">
                    <a:lnL w="5715">
                      <a:solidFill>
                        <a:srgbClr val="C7C4BC"/>
                      </a:solidFill>
                      <a:prstDash val="solid"/>
                    </a:lnL>
                    <a:lnR w="5715">
                      <a:solidFill>
                        <a:srgbClr val="C7C4BC"/>
                      </a:solidFill>
                      <a:prstDash val="solid"/>
                    </a:lnR>
                    <a:lnT w="5715">
                      <a:solidFill>
                        <a:srgbClr val="C7C4BC"/>
                      </a:solidFill>
                      <a:prstDash val="solid"/>
                    </a:lnT>
                    <a:lnB w="5715">
                      <a:solidFill>
                        <a:srgbClr val="C7C4BC"/>
                      </a:solidFill>
                      <a:prstDash val="solid"/>
                    </a:lnB>
                    <a:solidFill>
                      <a:srgbClr val="E5E2D9"/>
                    </a:solidFill>
                  </a:tcPr>
                </a:tc>
                <a:tc>
                  <a:txBody>
                    <a:bodyPr lIns="114300" tIns="114300" rIns="114300" bIns="114300"/>
                    <a:lstStyle/>
                    <a:p>
                      <a:r>
                        <a:rPr sz="1875" b="1">
                          <a:solidFill>
                            <a:srgbClr val="1C1C1A"/>
                          </a:solidFill>
                          <a:latin typeface="Arial"/>
                          <a:ea typeface="Arial"/>
                          <a:cs typeface="Arial"/>
                        </a:rPr>
                        <a:t>Reports</a:t>
                      </a:r>
                    </a:p>
                  </a:txBody>
                  <a:tcPr marL="91440" marR="91440" marT="45720" marB="45720" anchor="ctr">
                    <a:lnR w="5715">
                      <a:solidFill>
                        <a:srgbClr val="C7C4BC"/>
                      </a:solidFill>
                      <a:prstDash val="solid"/>
                    </a:lnR>
                    <a:lnT w="5715">
                      <a:solidFill>
                        <a:srgbClr val="C7C4BC"/>
                      </a:solidFill>
                      <a:prstDash val="solid"/>
                    </a:lnT>
                    <a:lnB w="5715">
                      <a:solidFill>
                        <a:srgbClr val="C7C4BC"/>
                      </a:solidFill>
                      <a:prstDash val="solid"/>
                    </a:lnB>
                    <a:solidFill>
                      <a:srgbClr val="E5E2D9"/>
                    </a:solidFill>
                  </a:tcPr>
                </a:tc>
                <a:tc>
                  <a:txBody>
                    <a:bodyPr lIns="114300" tIns="114300" rIns="114300" bIns="114300"/>
                    <a:lstStyle/>
                    <a:p>
                      <a:r>
                        <a:rPr sz="1875" b="1">
                          <a:solidFill>
                            <a:srgbClr val="1C1C1A"/>
                          </a:solidFill>
                          <a:latin typeface="Arial"/>
                          <a:ea typeface="Arial"/>
                          <a:cs typeface="Arial"/>
                        </a:rPr>
                        <a:t>Families</a:t>
                      </a:r>
                    </a:p>
                  </a:txBody>
                  <a:tcPr marL="91440" marR="91440" marT="45720" marB="45720" anchor="ctr">
                    <a:lnR w="5715">
                      <a:solidFill>
                        <a:srgbClr val="C7C4BC"/>
                      </a:solidFill>
                      <a:prstDash val="solid"/>
                    </a:lnR>
                    <a:lnT w="5715">
                      <a:solidFill>
                        <a:srgbClr val="C7C4BC"/>
                      </a:solidFill>
                      <a:prstDash val="solid"/>
                    </a:lnT>
                    <a:lnB w="5715">
                      <a:solidFill>
                        <a:srgbClr val="C7C4BC"/>
                      </a:solidFill>
                      <a:prstDash val="solid"/>
                    </a:lnB>
                    <a:solidFill>
                      <a:srgbClr val="E5E2D9"/>
                    </a:solidFill>
                  </a:tcPr>
                </a:tc>
                <a:tc>
                  <a:txBody>
                    <a:bodyPr lIns="114300" tIns="114300" rIns="114300" bIns="114300"/>
                    <a:lstStyle/>
                    <a:p>
                      <a:r>
                        <a:rPr sz="1875" b="1">
                          <a:solidFill>
                            <a:srgbClr val="1C1C1A"/>
                          </a:solidFill>
                          <a:latin typeface="Arial"/>
                          <a:ea typeface="Arial"/>
                          <a:cs typeface="Arial"/>
                        </a:rPr>
                        <a:t>Use</a:t>
                      </a:r>
                    </a:p>
                  </a:txBody>
                  <a:tcPr marL="91440" marR="91440" marT="45720" marB="45720" anchor="ctr">
                    <a:lnR w="5715">
                      <a:solidFill>
                        <a:srgbClr val="C7C4BC"/>
                      </a:solidFill>
                      <a:prstDash val="solid"/>
                    </a:lnR>
                    <a:lnT w="5715">
                      <a:solidFill>
                        <a:srgbClr val="C7C4BC"/>
                      </a:solidFill>
                      <a:prstDash val="solid"/>
                    </a:lnT>
                    <a:lnB w="5715">
                      <a:solidFill>
                        <a:srgbClr val="C7C4BC"/>
                      </a:solidFill>
                      <a:prstDash val="solid"/>
                    </a:lnB>
                    <a:solidFill>
                      <a:srgbClr val="E5E2D9"/>
                    </a:solidFill>
                  </a:tcPr>
                </a:tc>
              </a:tr>
              <a:tr h="678656">
                <a:tc>
                  <a:txBody>
                    <a:bodyPr lIns="114300" tIns="114300" rIns="114300" bIns="114300"/>
                    <a:lstStyle/>
                    <a:p>
                      <a:r>
                        <a:rPr sz="1875" b="0">
                          <a:solidFill>
                            <a:srgbClr val="1C1C1A"/>
                          </a:solidFill>
                          <a:latin typeface="Arial"/>
                          <a:ea typeface="Arial"/>
                          <a:cs typeface="Arial"/>
                        </a:rPr>
                        <a:t>Demo</a:t>
                      </a:r>
                    </a:p>
                  </a:txBody>
                  <a:tcPr marL="91440" marR="91440" marT="45720" marB="45720" anchor="ctr">
                    <a:lnL w="5715">
                      <a:solidFill>
                        <a:srgbClr val="C7C4BC"/>
                      </a:solidFill>
                      <a:prstDash val="solid"/>
                    </a:lnL>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875" b="0">
                          <a:solidFill>
                            <a:srgbClr val="1C1C1A"/>
                          </a:solidFill>
                          <a:latin typeface="Arial"/>
                          <a:ea typeface="Arial"/>
                          <a:cs typeface="Arial"/>
                        </a:rPr>
                        <a:t>24</a:t>
                      </a:r>
                    </a:p>
                  </a:txBody>
                  <a:tcPr marL="91440" marR="91440" marT="45720" marB="45720" anchor="ctr">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875" b="0">
                          <a:solidFill>
                            <a:srgbClr val="1C1C1A"/>
                          </a:solidFill>
                          <a:latin typeface="Arial"/>
                          <a:ea typeface="Arial"/>
                          <a:cs typeface="Arial"/>
                        </a:rPr>
                        <a:t>8</a:t>
                      </a:r>
                    </a:p>
                  </a:txBody>
                  <a:tcPr marL="91440" marR="91440" marT="45720" marB="45720" anchor="ctr">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875" b="0">
                          <a:solidFill>
                            <a:srgbClr val="1C1C1A"/>
                          </a:solidFill>
                          <a:latin typeface="Arial"/>
                          <a:ea typeface="Arial"/>
                          <a:cs typeface="Arial"/>
                        </a:rPr>
                        <a:t>Step-controlled replay</a:t>
                      </a:r>
                    </a:p>
                  </a:txBody>
                  <a:tcPr marL="91440" marR="91440" marT="45720" marB="45720" anchor="ctr">
                    <a:lnR w="5715">
                      <a:solidFill>
                        <a:srgbClr val="C7C4BC"/>
                      </a:solidFill>
                      <a:prstDash val="solid"/>
                    </a:lnR>
                    <a:lnB w="5715">
                      <a:solidFill>
                        <a:srgbClr val="C7C4BC"/>
                      </a:solidFill>
                      <a:prstDash val="solid"/>
                    </a:lnB>
                    <a:solidFill>
                      <a:srgbClr val="F6F4EE"/>
                    </a:solidFill>
                  </a:tcPr>
                </a:tc>
              </a:tr>
              <a:tr h="678656">
                <a:tc>
                  <a:txBody>
                    <a:bodyPr lIns="114300" tIns="114300" rIns="114300" bIns="114300"/>
                    <a:lstStyle/>
                    <a:p>
                      <a:r>
                        <a:rPr sz="1875" b="0">
                          <a:solidFill>
                            <a:srgbClr val="1C1C1A"/>
                          </a:solidFill>
                          <a:latin typeface="Arial"/>
                          <a:ea typeface="Arial"/>
                          <a:cs typeface="Arial"/>
                        </a:rPr>
                        <a:t>Development</a:t>
                      </a:r>
                    </a:p>
                  </a:txBody>
                  <a:tcPr marL="91440" marR="91440" marT="45720" marB="45720" anchor="ctr">
                    <a:lnL w="5715">
                      <a:solidFill>
                        <a:srgbClr val="C7C4BC"/>
                      </a:solidFill>
                      <a:prstDash val="solid"/>
                    </a:lnL>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875" b="0">
                          <a:solidFill>
                            <a:srgbClr val="1C1C1A"/>
                          </a:solidFill>
                          <a:latin typeface="Arial"/>
                          <a:ea typeface="Arial"/>
                          <a:cs typeface="Arial"/>
                        </a:rPr>
                        <a:t>60</a:t>
                      </a:r>
                    </a:p>
                  </a:txBody>
                  <a:tcPr marL="91440" marR="91440" marT="45720" marB="45720" anchor="ctr">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875" b="0">
                          <a:solidFill>
                            <a:srgbClr val="1C1C1A"/>
                          </a:solidFill>
                          <a:latin typeface="Arial"/>
                          <a:ea typeface="Arial"/>
                          <a:cs typeface="Arial"/>
                        </a:rPr>
                        <a:t>20</a:t>
                      </a:r>
                    </a:p>
                  </a:txBody>
                  <a:tcPr marL="91440" marR="91440" marT="45720" marB="45720" anchor="ctr">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875" b="0">
                          <a:solidFill>
                            <a:srgbClr val="1C1C1A"/>
                          </a:solidFill>
                          <a:latin typeface="Arial"/>
                          <a:ea typeface="Arial"/>
                          <a:cs typeface="Arial"/>
                        </a:rPr>
                        <a:t>Threshold development</a:t>
                      </a:r>
                    </a:p>
                  </a:txBody>
                  <a:tcPr marL="91440" marR="91440" marT="45720" marB="45720" anchor="ctr">
                    <a:lnR w="5715">
                      <a:solidFill>
                        <a:srgbClr val="C7C4BC"/>
                      </a:solidFill>
                      <a:prstDash val="solid"/>
                    </a:lnR>
                    <a:lnB w="5715">
                      <a:solidFill>
                        <a:srgbClr val="C7C4BC"/>
                      </a:solidFill>
                      <a:prstDash val="solid"/>
                    </a:lnB>
                    <a:solidFill>
                      <a:srgbClr val="F6F4EE"/>
                    </a:solidFill>
                  </a:tcPr>
                </a:tc>
              </a:tr>
              <a:tr h="678656">
                <a:tc>
                  <a:txBody>
                    <a:bodyPr lIns="114300" tIns="114300" rIns="114300" bIns="114300"/>
                    <a:lstStyle/>
                    <a:p>
                      <a:r>
                        <a:rPr sz="1875" b="0">
                          <a:solidFill>
                            <a:srgbClr val="1C1C1A"/>
                          </a:solidFill>
                          <a:latin typeface="Arial"/>
                          <a:ea typeface="Arial"/>
                          <a:cs typeface="Arial"/>
                        </a:rPr>
                        <a:t>Test/regression</a:t>
                      </a:r>
                    </a:p>
                  </a:txBody>
                  <a:tcPr marL="91440" marR="91440" marT="45720" marB="45720" anchor="ctr">
                    <a:lnL w="5715">
                      <a:solidFill>
                        <a:srgbClr val="C7C4BC"/>
                      </a:solidFill>
                      <a:prstDash val="solid"/>
                    </a:lnL>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875" b="0">
                          <a:solidFill>
                            <a:srgbClr val="1C1C1A"/>
                          </a:solidFill>
                          <a:latin typeface="Arial"/>
                          <a:ea typeface="Arial"/>
                          <a:cs typeface="Arial"/>
                        </a:rPr>
                        <a:t>60</a:t>
                      </a:r>
                    </a:p>
                  </a:txBody>
                  <a:tcPr marL="91440" marR="91440" marT="45720" marB="45720" anchor="ctr">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875" b="0">
                          <a:solidFill>
                            <a:srgbClr val="1C1C1A"/>
                          </a:solidFill>
                          <a:latin typeface="Arial"/>
                          <a:ea typeface="Arial"/>
                          <a:cs typeface="Arial"/>
                        </a:rPr>
                        <a:t>20</a:t>
                      </a:r>
                    </a:p>
                  </a:txBody>
                  <a:tcPr marL="91440" marR="91440" marT="45720" marB="45720" anchor="ctr">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875" b="0">
                          <a:solidFill>
                            <a:srgbClr val="1C1C1A"/>
                          </a:solidFill>
                          <a:latin typeface="Arial"/>
                          <a:ea typeface="Arial"/>
                          <a:cs typeface="Arial"/>
                        </a:rPr>
                        <a:t>Fixed measurement</a:t>
                      </a:r>
                    </a:p>
                  </a:txBody>
                  <a:tcPr marL="91440" marR="91440" marT="45720" marB="45720" anchor="ctr">
                    <a:lnR w="5715">
                      <a:solidFill>
                        <a:srgbClr val="C7C4BC"/>
                      </a:solidFill>
                      <a:prstDash val="solid"/>
                    </a:lnR>
                    <a:lnB w="5715">
                      <a:solidFill>
                        <a:srgbClr val="C7C4BC"/>
                      </a:solidFill>
                      <a:prstDash val="solid"/>
                    </a:lnB>
                    <a:solidFill>
                      <a:srgbClr val="F6F4EE"/>
                    </a:solidFill>
                  </a:tcPr>
                </a:tc>
              </a:tr>
            </a:tbl>
          </a:graphicData>
        </a:graphic>
      </p:graphicFrame>
      <p:sp>
        <p:nvSpPr>
          <p:cNvPr id="5" name="Pairwise metrics count report pairs placed to">
            <a:extLst xmlns:a="http://schemas.openxmlformats.org/drawingml/2006/main">
              <a:ext uri="{FF2B5EF4-FFF2-40B4-BE49-F238E27FC236}">
                <a16:creationId xmlns:a16="http://schemas.microsoft.com/office/drawing/2014/main" id="{3AE35B9C-5F4D-451C-9B85-7D2EBF2F8D11}"/>
              </a:ext>
            </a:extLst>
          </p:cNvPr>
          <p:cNvSpPr>
            <a:spLocks xmlns:a="http://schemas.openxmlformats.org/drawingml/2006/main" noGrp="1"/>
          </p:cNvSpPr>
          <p:nvPr/>
        </p:nvSpPr>
        <p:spPr>
          <a:xfrm xmlns:a="http://schemas.openxmlformats.org/drawingml/2006/main">
            <a:off x="609600" y="46767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C1C1A"/>
                </a:solidFill>
                <a:latin typeface="Arial"/>
                <a:ea typeface="Arial"/>
                <a:cs typeface="Arial"/>
              </a:defRPr>
            </a:defPPr>
            <a:lvl1pPr>
              <a:defRPr sz="2175" b="0">
                <a:solidFill>
                  <a:srgbClr val="1C1C1A"/>
                </a:solidFill>
                <a:latin typeface="Arial"/>
                <a:ea typeface="Arial"/>
                <a:cs typeface="Arial"/>
              </a:defRPr>
            </a:lvl1pPr>
            <a:lvl2pPr>
              <a:defRPr sz="2175" b="0">
                <a:solidFill>
                  <a:srgbClr val="1C1C1A"/>
                </a:solidFill>
                <a:latin typeface="Arial"/>
                <a:ea typeface="Arial"/>
                <a:cs typeface="Arial"/>
              </a:defRPr>
            </a:lvl2pPr>
            <a:lvl3pPr>
              <a:defRPr sz="2175" b="0">
                <a:solidFill>
                  <a:srgbClr val="1C1C1A"/>
                </a:solidFill>
                <a:latin typeface="Arial"/>
                <a:ea typeface="Arial"/>
                <a:cs typeface="Arial"/>
              </a:defRPr>
            </a:lvl3pPr>
            <a:lvl4pPr>
              <a:defRPr sz="2175" b="0">
                <a:solidFill>
                  <a:srgbClr val="1C1C1A"/>
                </a:solidFill>
                <a:latin typeface="Arial"/>
                <a:ea typeface="Arial"/>
                <a:cs typeface="Arial"/>
              </a:defRPr>
            </a:lvl4pPr>
            <a:lvl5pPr>
              <a:defRPr sz="2175" b="0">
                <a:solidFill>
                  <a:srgbClr val="1C1C1A"/>
                </a:solidFill>
                <a:latin typeface="Arial"/>
                <a:ea typeface="Arial"/>
                <a:cs typeface="Arial"/>
              </a:defRPr>
            </a:lvl5pPr>
            <a:lvl6pPr>
              <a:defRPr sz="2175" b="0">
                <a:solidFill>
                  <a:srgbClr val="1C1C1A"/>
                </a:solidFill>
                <a:latin typeface="Arial"/>
                <a:ea typeface="Arial"/>
                <a:cs typeface="Arial"/>
              </a:defRPr>
            </a:lvl6pPr>
            <a:lvl7pPr>
              <a:defRPr sz="2175" b="0">
                <a:solidFill>
                  <a:srgbClr val="1C1C1A"/>
                </a:solidFill>
                <a:latin typeface="Arial"/>
                <a:ea typeface="Arial"/>
                <a:cs typeface="Arial"/>
              </a:defRPr>
            </a:lvl7pPr>
            <a:lvl8pPr>
              <a:defRPr sz="2175" b="0">
                <a:solidFill>
                  <a:srgbClr val="1C1C1A"/>
                </a:solidFill>
                <a:latin typeface="Arial"/>
                <a:ea typeface="Arial"/>
                <a:cs typeface="Arial"/>
              </a:defRPr>
            </a:lvl8pPr>
            <a:lvl9pPr>
              <a:defRPr sz="2175" b="0">
                <a:solidFill>
                  <a:srgbClr val="1C1C1A"/>
                </a:solidFill>
                <a:latin typeface="Arial"/>
                <a:ea typeface="Arial"/>
                <a:cs typeface="Arial"/>
              </a:defRPr>
            </a:lvl9pPr>
          </a:lstStyle>
          <a:p xmlns:a="http://schemas.openxmlformats.org/drawingml/2006/main">
            <a:pPr>
              <a:defRPr sz="2175" b="0">
                <a:solidFill>
                  <a:srgbClr val="1C1C1A"/>
                </a:solidFill>
                <a:latin typeface="Arial"/>
                <a:ea typeface="Arial"/>
                <a:cs typeface="Arial"/>
              </a:defRPr>
            </a:pPr>
            <a:r>
              <a:rPr sz="2175" b="0">
                <a:solidFill>
                  <a:srgbClr val="1C1C1A"/>
                </a:solidFill>
                <a:latin typeface="Arial"/>
                <a:ea typeface="Arial"/>
                <a:cs typeface="Arial"/>
              </a:rPr>
              <a:t>Pairwise metrics count report pairs placed together or left apart.</a:t>
            </a:r>
          </a:p>
        </p:txBody>
      </p:sp>
      <p:sp>
        <p:nvSpPr>
          <p:cNvPr id="6" name="The fixed test set was inspected during engin">
            <a:extLst xmlns:a="http://schemas.openxmlformats.org/drawingml/2006/main">
              <a:ext uri="{FF2B5EF4-FFF2-40B4-BE49-F238E27FC236}">
                <a16:creationId xmlns:a16="http://schemas.microsoft.com/office/drawing/2014/main" id="{CC900287-1367-4BCD-8E3D-0C3126B5C86F}"/>
              </a:ext>
            </a:extLst>
          </p:cNvPr>
          <p:cNvSpPr>
            <a:spLocks xmlns:a="http://schemas.openxmlformats.org/drawingml/2006/main" noGrp="1"/>
          </p:cNvSpPr>
          <p:nvPr/>
        </p:nvSpPr>
        <p:spPr>
          <a:xfrm xmlns:a="http://schemas.openxmlformats.org/drawingml/2006/main">
            <a:off x="609600" y="57150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B5A54"/>
                </a:solidFill>
                <a:latin typeface="Arial"/>
                <a:ea typeface="Arial"/>
                <a:cs typeface="Arial"/>
              </a:defRPr>
            </a:defPPr>
            <a:lvl1pPr>
              <a:defRPr sz="1800" b="0">
                <a:solidFill>
                  <a:srgbClr val="5B5A54"/>
                </a:solidFill>
                <a:latin typeface="Arial"/>
                <a:ea typeface="Arial"/>
                <a:cs typeface="Arial"/>
              </a:defRPr>
            </a:lvl1pPr>
            <a:lvl2pPr>
              <a:defRPr sz="1800" b="0">
                <a:solidFill>
                  <a:srgbClr val="5B5A54"/>
                </a:solidFill>
                <a:latin typeface="Arial"/>
                <a:ea typeface="Arial"/>
                <a:cs typeface="Arial"/>
              </a:defRPr>
            </a:lvl2pPr>
            <a:lvl3pPr>
              <a:defRPr sz="1800" b="0">
                <a:solidFill>
                  <a:srgbClr val="5B5A54"/>
                </a:solidFill>
                <a:latin typeface="Arial"/>
                <a:ea typeface="Arial"/>
                <a:cs typeface="Arial"/>
              </a:defRPr>
            </a:lvl3pPr>
            <a:lvl4pPr>
              <a:defRPr sz="1800" b="0">
                <a:solidFill>
                  <a:srgbClr val="5B5A54"/>
                </a:solidFill>
                <a:latin typeface="Arial"/>
                <a:ea typeface="Arial"/>
                <a:cs typeface="Arial"/>
              </a:defRPr>
            </a:lvl4pPr>
            <a:lvl5pPr>
              <a:defRPr sz="1800" b="0">
                <a:solidFill>
                  <a:srgbClr val="5B5A54"/>
                </a:solidFill>
                <a:latin typeface="Arial"/>
                <a:ea typeface="Arial"/>
                <a:cs typeface="Arial"/>
              </a:defRPr>
            </a:lvl5pPr>
            <a:lvl6pPr>
              <a:defRPr sz="1800" b="0">
                <a:solidFill>
                  <a:srgbClr val="5B5A54"/>
                </a:solidFill>
                <a:latin typeface="Arial"/>
                <a:ea typeface="Arial"/>
                <a:cs typeface="Arial"/>
              </a:defRPr>
            </a:lvl6pPr>
            <a:lvl7pPr>
              <a:defRPr sz="1800" b="0">
                <a:solidFill>
                  <a:srgbClr val="5B5A54"/>
                </a:solidFill>
                <a:latin typeface="Arial"/>
                <a:ea typeface="Arial"/>
                <a:cs typeface="Arial"/>
              </a:defRPr>
            </a:lvl7pPr>
            <a:lvl8pPr>
              <a:defRPr sz="1800" b="0">
                <a:solidFill>
                  <a:srgbClr val="5B5A54"/>
                </a:solidFill>
                <a:latin typeface="Arial"/>
                <a:ea typeface="Arial"/>
                <a:cs typeface="Arial"/>
              </a:defRPr>
            </a:lvl8pPr>
            <a:lvl9pPr>
              <a:defRPr sz="1800" b="0">
                <a:solidFill>
                  <a:srgbClr val="5B5A54"/>
                </a:solidFill>
                <a:latin typeface="Arial"/>
                <a:ea typeface="Arial"/>
                <a:cs typeface="Arial"/>
              </a:defRPr>
            </a:lvl9pPr>
          </a:lstStyle>
          <a:p xmlns:a="http://schemas.openxmlformats.org/drawingml/2006/main">
            <a:pPr>
              <a:defRPr sz="1800" b="0">
                <a:solidFill>
                  <a:srgbClr val="5B5A54"/>
                </a:solidFill>
                <a:latin typeface="Arial"/>
                <a:ea typeface="Arial"/>
                <a:cs typeface="Arial"/>
              </a:defRPr>
            </a:pPr>
            <a:r>
              <a:rPr sz="1800" b="0">
                <a:solidFill>
                  <a:srgbClr val="5B5A54"/>
                </a:solidFill>
                <a:latin typeface="Arial"/>
                <a:ea typeface="Arial"/>
                <a:cs typeface="Arial"/>
              </a:rPr>
              <a:t>The fixed test set was inspected during engineering.</a:t>
            </a:r>
          </a:p>
        </p:txBody>
      </p:sp>
    </p:spTree>
    <p:extLst>
      <p:ext uri="{BB962C8B-B14F-4D97-AF65-F5344CB8AC3E}">
        <p14:creationId xmlns:p14="http://schemas.microsoft.com/office/powerpoint/2010/main" val="1315316379"/>
      </p:ext>
    </p:extLst>
  </p:cSld>
</p:sld>
</file>

<file path=ppt/slides/slide10.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 name="Context improves recall on the fixed test set">
            <a:extLst xmlns:a="http://schemas.openxmlformats.org/drawingml/2006/main">
              <a:ext uri="{FF2B5EF4-FFF2-40B4-BE49-F238E27FC236}">
                <a16:creationId xmlns:a16="http://schemas.microsoft.com/office/drawing/2014/main" id="{15613F5B-8815-4BB4-BB4A-60C6E7E26DEB}"/>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C1C1A"/>
                </a:solidFill>
                <a:latin typeface="Arial"/>
                <a:ea typeface="Arial"/>
                <a:cs typeface="Arial"/>
              </a:defRPr>
            </a:defPPr>
            <a:lvl1pPr>
              <a:defRPr sz="3300" b="1">
                <a:solidFill>
                  <a:srgbClr val="1C1C1A"/>
                </a:solidFill>
                <a:latin typeface="Arial"/>
                <a:ea typeface="Arial"/>
                <a:cs typeface="Arial"/>
              </a:defRPr>
            </a:lvl1pPr>
            <a:lvl2pPr>
              <a:defRPr sz="3300" b="1">
                <a:solidFill>
                  <a:srgbClr val="1C1C1A"/>
                </a:solidFill>
                <a:latin typeface="Arial"/>
                <a:ea typeface="Arial"/>
                <a:cs typeface="Arial"/>
              </a:defRPr>
            </a:lvl2pPr>
            <a:lvl3pPr>
              <a:defRPr sz="3300" b="1">
                <a:solidFill>
                  <a:srgbClr val="1C1C1A"/>
                </a:solidFill>
                <a:latin typeface="Arial"/>
                <a:ea typeface="Arial"/>
                <a:cs typeface="Arial"/>
              </a:defRPr>
            </a:lvl3pPr>
            <a:lvl4pPr>
              <a:defRPr sz="3300" b="1">
                <a:solidFill>
                  <a:srgbClr val="1C1C1A"/>
                </a:solidFill>
                <a:latin typeface="Arial"/>
                <a:ea typeface="Arial"/>
                <a:cs typeface="Arial"/>
              </a:defRPr>
            </a:lvl4pPr>
            <a:lvl5pPr>
              <a:defRPr sz="3300" b="1">
                <a:solidFill>
                  <a:srgbClr val="1C1C1A"/>
                </a:solidFill>
                <a:latin typeface="Arial"/>
                <a:ea typeface="Arial"/>
                <a:cs typeface="Arial"/>
              </a:defRPr>
            </a:lvl5pPr>
            <a:lvl6pPr>
              <a:defRPr sz="3300" b="1">
                <a:solidFill>
                  <a:srgbClr val="1C1C1A"/>
                </a:solidFill>
                <a:latin typeface="Arial"/>
                <a:ea typeface="Arial"/>
                <a:cs typeface="Arial"/>
              </a:defRPr>
            </a:lvl6pPr>
            <a:lvl7pPr>
              <a:defRPr sz="3300" b="1">
                <a:solidFill>
                  <a:srgbClr val="1C1C1A"/>
                </a:solidFill>
                <a:latin typeface="Arial"/>
                <a:ea typeface="Arial"/>
                <a:cs typeface="Arial"/>
              </a:defRPr>
            </a:lvl7pPr>
            <a:lvl8pPr>
              <a:defRPr sz="3300" b="1">
                <a:solidFill>
                  <a:srgbClr val="1C1C1A"/>
                </a:solidFill>
                <a:latin typeface="Arial"/>
                <a:ea typeface="Arial"/>
                <a:cs typeface="Arial"/>
              </a:defRPr>
            </a:lvl8pPr>
            <a:lvl9pPr>
              <a:defRPr sz="3300" b="1">
                <a:solidFill>
                  <a:srgbClr val="1C1C1A"/>
                </a:solidFill>
                <a:latin typeface="Arial"/>
                <a:ea typeface="Arial"/>
                <a:cs typeface="Arial"/>
              </a:defRPr>
            </a:lvl9pPr>
          </a:lstStyle>
          <a:p xmlns:a="http://schemas.openxmlformats.org/drawingml/2006/main">
            <a:pPr>
              <a:defRPr sz="3300" b="1">
                <a:solidFill>
                  <a:srgbClr val="1C1C1A"/>
                </a:solidFill>
                <a:latin typeface="Arial"/>
                <a:ea typeface="Arial"/>
                <a:cs typeface="Arial"/>
              </a:defRPr>
            </a:pPr>
            <a:r>
              <a:rPr sz="3300" b="1">
                <a:solidFill>
                  <a:srgbClr val="1C1C1A"/>
                </a:solidFill>
                <a:latin typeface="Arial"/>
                <a:ea typeface="Arial"/>
                <a:cs typeface="Arial"/>
              </a:rPr>
              <a:t>Context improves recall on the fixed test set</a:t>
            </a:r>
          </a:p>
        </p:txBody>
      </p:sp>
      <p:sp>
        <p:nvSpPr>
          <p:cNvPr id="3" name="10">
            <a:extLst xmlns:a="http://schemas.openxmlformats.org/drawingml/2006/main">
              <a:ext uri="{FF2B5EF4-FFF2-40B4-BE49-F238E27FC236}">
                <a16:creationId xmlns:a16="http://schemas.microsoft.com/office/drawing/2014/main" id="{7C7DA8CE-92D8-462B-A48F-47D06860E157}"/>
              </a:ext>
            </a:extLst>
          </p:cNvPr>
          <p:cNvSpPr>
            <a:spLocks xmlns:a="http://schemas.openxmlformats.org/drawingml/2006/main" noGrp="1"/>
          </p:cNvSpPr>
          <p:nvPr/>
        </p:nvSpPr>
        <p:spPr>
          <a:xfrm xmlns:a="http://schemas.openxmlformats.org/drawingml/2006/main">
            <a:off x="11049000" y="63627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B5A54"/>
                </a:solidFill>
                <a:latin typeface="Arial"/>
                <a:ea typeface="Arial"/>
                <a:cs typeface="Arial"/>
              </a:defRPr>
            </a:defPPr>
            <a:lvl1pPr algn="r">
              <a:defRPr sz="1350" b="0">
                <a:solidFill>
                  <a:srgbClr val="5B5A54"/>
                </a:solidFill>
                <a:latin typeface="Arial"/>
                <a:ea typeface="Arial"/>
                <a:cs typeface="Arial"/>
              </a:defRPr>
            </a:lvl1pPr>
            <a:lvl2pPr algn="r">
              <a:defRPr sz="1350" b="0">
                <a:solidFill>
                  <a:srgbClr val="5B5A54"/>
                </a:solidFill>
                <a:latin typeface="Arial"/>
                <a:ea typeface="Arial"/>
                <a:cs typeface="Arial"/>
              </a:defRPr>
            </a:lvl2pPr>
            <a:lvl3pPr algn="r">
              <a:defRPr sz="1350" b="0">
                <a:solidFill>
                  <a:srgbClr val="5B5A54"/>
                </a:solidFill>
                <a:latin typeface="Arial"/>
                <a:ea typeface="Arial"/>
                <a:cs typeface="Arial"/>
              </a:defRPr>
            </a:lvl3pPr>
            <a:lvl4pPr algn="r">
              <a:defRPr sz="1350" b="0">
                <a:solidFill>
                  <a:srgbClr val="5B5A54"/>
                </a:solidFill>
                <a:latin typeface="Arial"/>
                <a:ea typeface="Arial"/>
                <a:cs typeface="Arial"/>
              </a:defRPr>
            </a:lvl4pPr>
            <a:lvl5pPr algn="r">
              <a:defRPr sz="1350" b="0">
                <a:solidFill>
                  <a:srgbClr val="5B5A54"/>
                </a:solidFill>
                <a:latin typeface="Arial"/>
                <a:ea typeface="Arial"/>
                <a:cs typeface="Arial"/>
              </a:defRPr>
            </a:lvl5pPr>
            <a:lvl6pPr algn="r">
              <a:defRPr sz="1350" b="0">
                <a:solidFill>
                  <a:srgbClr val="5B5A54"/>
                </a:solidFill>
                <a:latin typeface="Arial"/>
                <a:ea typeface="Arial"/>
                <a:cs typeface="Arial"/>
              </a:defRPr>
            </a:lvl6pPr>
            <a:lvl7pPr algn="r">
              <a:defRPr sz="1350" b="0">
                <a:solidFill>
                  <a:srgbClr val="5B5A54"/>
                </a:solidFill>
                <a:latin typeface="Arial"/>
                <a:ea typeface="Arial"/>
                <a:cs typeface="Arial"/>
              </a:defRPr>
            </a:lvl7pPr>
            <a:lvl8pPr algn="r">
              <a:defRPr sz="1350" b="0">
                <a:solidFill>
                  <a:srgbClr val="5B5A54"/>
                </a:solidFill>
                <a:latin typeface="Arial"/>
                <a:ea typeface="Arial"/>
                <a:cs typeface="Arial"/>
              </a:defRPr>
            </a:lvl8pPr>
            <a:lvl9pPr algn="r">
              <a:defRPr sz="1350" b="0">
                <a:solidFill>
                  <a:srgbClr val="5B5A54"/>
                </a:solidFill>
                <a:latin typeface="Arial"/>
                <a:ea typeface="Arial"/>
                <a:cs typeface="Arial"/>
              </a:defRPr>
            </a:lvl9pPr>
          </a:lstStyle>
          <a:p xmlns:a="http://schemas.openxmlformats.org/drawingml/2006/main">
            <a:pPr algn="r">
              <a:defRPr sz="1350" b="0">
                <a:solidFill>
                  <a:srgbClr val="5B5A54"/>
                </a:solidFill>
                <a:latin typeface="Arial"/>
                <a:ea typeface="Arial"/>
                <a:cs typeface="Arial"/>
              </a:defRPr>
            </a:pPr>
            <a:r>
              <a:rPr sz="1350" b="0">
                <a:solidFill>
                  <a:srgbClr val="5B5A54"/>
                </a:solidFill>
                <a:latin typeface="Arial"/>
                <a:ea typeface="Arial"/>
                <a:cs typeface="Arial"/>
              </a:rPr>
              <a:t>10</a:t>
            </a:r>
          </a:p>
        </p:txBody>
      </p:sp>
      <p:graphicFrame>
        <p:nvGraphicFramePr>
          <p:cNvPr id="4" name="Chart">
            <a:extLst xmlns:a="http://schemas.openxmlformats.org/drawingml/2006/main">
              <a:ext uri="{FF2B5EF4-FFF2-40B4-BE49-F238E27FC236}">
                <a16:creationId xmlns:a16="http://schemas.microsoft.com/office/drawing/2014/main" id="{32B226C6-3964-4776-946B-5604159DB1D5}"/>
              </a:ext>
            </a:extLst>
          </p:cNvPr>
          <p:cNvGraphicFramePr/>
          <p:nvPr/>
        </p:nvGraphicFramePr>
        <p:xfrm>
          <a:off xmlns:a="http://schemas.openxmlformats.org/drawingml/2006/main" x="609600" y="1466850"/>
          <a:ext xmlns:a="http://schemas.openxmlformats.org/drawingml/2006/main" cx="7239000" cy="3810000"/>
        </p:xfrm>
        <a:graphic xmlns:a="http://schemas.openxmlformats.org/drawingml/2006/main">
          <a:graphicData uri="http://schemas.openxmlformats.org/drawingml/2006/chart">
            <c:chart xmlns:r="http://schemas.openxmlformats.org/officeDocument/2006/relationships" xmlns:c="http://schemas.openxmlformats.org/drawingml/2006/chart" r:id="Rea02e70f7da34973"/>
          </a:graphicData>
        </a:graphic>
      </p:graphicFrame>
      <p:sp>
        <p:nvSpPr>
          <p:cNvPr id="5" name="1.000">
            <a:extLst xmlns:a="http://schemas.openxmlformats.org/drawingml/2006/main">
              <a:ext uri="{FF2B5EF4-FFF2-40B4-BE49-F238E27FC236}">
                <a16:creationId xmlns:a16="http://schemas.microsoft.com/office/drawing/2014/main" id="{0190E971-EE18-41D2-9CF3-DE3D4936BEF4}"/>
              </a:ext>
            </a:extLst>
          </p:cNvPr>
          <p:cNvSpPr>
            <a:spLocks xmlns:a="http://schemas.openxmlformats.org/drawingml/2006/main" noGrp="1"/>
          </p:cNvSpPr>
          <p:nvPr/>
        </p:nvSpPr>
        <p:spPr>
          <a:xfrm xmlns:a="http://schemas.openxmlformats.org/drawingml/2006/main">
            <a:off x="8477250" y="1552575"/>
            <a:ext cx="304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200" b="1">
                <a:solidFill>
                  <a:srgbClr val="1C1C1A"/>
                </a:solidFill>
                <a:latin typeface="Arial"/>
                <a:ea typeface="Arial"/>
                <a:cs typeface="Arial"/>
              </a:defRPr>
            </a:defPPr>
            <a:lvl1pPr>
              <a:defRPr sz="4200" b="1">
                <a:solidFill>
                  <a:srgbClr val="1C1C1A"/>
                </a:solidFill>
                <a:latin typeface="Arial"/>
                <a:ea typeface="Arial"/>
                <a:cs typeface="Arial"/>
              </a:defRPr>
            </a:lvl1pPr>
            <a:lvl2pPr>
              <a:defRPr sz="4200" b="1">
                <a:solidFill>
                  <a:srgbClr val="1C1C1A"/>
                </a:solidFill>
                <a:latin typeface="Arial"/>
                <a:ea typeface="Arial"/>
                <a:cs typeface="Arial"/>
              </a:defRPr>
            </a:lvl2pPr>
            <a:lvl3pPr>
              <a:defRPr sz="4200" b="1">
                <a:solidFill>
                  <a:srgbClr val="1C1C1A"/>
                </a:solidFill>
                <a:latin typeface="Arial"/>
                <a:ea typeface="Arial"/>
                <a:cs typeface="Arial"/>
              </a:defRPr>
            </a:lvl3pPr>
            <a:lvl4pPr>
              <a:defRPr sz="4200" b="1">
                <a:solidFill>
                  <a:srgbClr val="1C1C1A"/>
                </a:solidFill>
                <a:latin typeface="Arial"/>
                <a:ea typeface="Arial"/>
                <a:cs typeface="Arial"/>
              </a:defRPr>
            </a:lvl4pPr>
            <a:lvl5pPr>
              <a:defRPr sz="4200" b="1">
                <a:solidFill>
                  <a:srgbClr val="1C1C1A"/>
                </a:solidFill>
                <a:latin typeface="Arial"/>
                <a:ea typeface="Arial"/>
                <a:cs typeface="Arial"/>
              </a:defRPr>
            </a:lvl5pPr>
            <a:lvl6pPr>
              <a:defRPr sz="4200" b="1">
                <a:solidFill>
                  <a:srgbClr val="1C1C1A"/>
                </a:solidFill>
                <a:latin typeface="Arial"/>
                <a:ea typeface="Arial"/>
                <a:cs typeface="Arial"/>
              </a:defRPr>
            </a:lvl6pPr>
            <a:lvl7pPr>
              <a:defRPr sz="4200" b="1">
                <a:solidFill>
                  <a:srgbClr val="1C1C1A"/>
                </a:solidFill>
                <a:latin typeface="Arial"/>
                <a:ea typeface="Arial"/>
                <a:cs typeface="Arial"/>
              </a:defRPr>
            </a:lvl7pPr>
            <a:lvl8pPr>
              <a:defRPr sz="4200" b="1">
                <a:solidFill>
                  <a:srgbClr val="1C1C1A"/>
                </a:solidFill>
                <a:latin typeface="Arial"/>
                <a:ea typeface="Arial"/>
                <a:cs typeface="Arial"/>
              </a:defRPr>
            </a:lvl8pPr>
            <a:lvl9pPr>
              <a:defRPr sz="4200" b="1">
                <a:solidFill>
                  <a:srgbClr val="1C1C1A"/>
                </a:solidFill>
                <a:latin typeface="Arial"/>
                <a:ea typeface="Arial"/>
                <a:cs typeface="Arial"/>
              </a:defRPr>
            </a:lvl9pPr>
          </a:lstStyle>
          <a:p xmlns:a="http://schemas.openxmlformats.org/drawingml/2006/main">
            <a:pPr>
              <a:defRPr sz="4200" b="1">
                <a:solidFill>
                  <a:srgbClr val="1C1C1A"/>
                </a:solidFill>
                <a:latin typeface="Arial"/>
                <a:ea typeface="Arial"/>
                <a:cs typeface="Arial"/>
              </a:defRPr>
            </a:pPr>
            <a:r>
              <a:rPr sz="4200" b="1">
                <a:solidFill>
                  <a:srgbClr val="1C1C1A"/>
                </a:solidFill>
                <a:latin typeface="Arial"/>
                <a:ea typeface="Arial"/>
                <a:cs typeface="Arial"/>
              </a:rPr>
              <a:t>1.000</a:t>
            </a:r>
          </a:p>
        </p:txBody>
      </p:sp>
      <p:sp>
        <p:nvSpPr>
          <p:cNvPr id="6" name="precision for both methods">
            <a:extLst xmlns:a="http://schemas.openxmlformats.org/drawingml/2006/main">
              <a:ext uri="{FF2B5EF4-FFF2-40B4-BE49-F238E27FC236}">
                <a16:creationId xmlns:a16="http://schemas.microsoft.com/office/drawing/2014/main" id="{B51E8439-93BA-4718-8846-17C82EC0187D}"/>
              </a:ext>
            </a:extLst>
          </p:cNvPr>
          <p:cNvSpPr>
            <a:spLocks xmlns:a="http://schemas.openxmlformats.org/drawingml/2006/main" noGrp="1"/>
          </p:cNvSpPr>
          <p:nvPr/>
        </p:nvSpPr>
        <p:spPr>
          <a:xfrm xmlns:a="http://schemas.openxmlformats.org/drawingml/2006/main">
            <a:off x="8477250" y="2352675"/>
            <a:ext cx="304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C1C1A"/>
                </a:solidFill>
                <a:latin typeface="Arial"/>
                <a:ea typeface="Arial"/>
                <a:cs typeface="Arial"/>
              </a:defRPr>
            </a:defPPr>
            <a:lvl1pPr>
              <a:defRPr sz="1800" b="0">
                <a:solidFill>
                  <a:srgbClr val="1C1C1A"/>
                </a:solidFill>
                <a:latin typeface="Arial"/>
                <a:ea typeface="Arial"/>
                <a:cs typeface="Arial"/>
              </a:defRPr>
            </a:lvl1pPr>
            <a:lvl2pPr>
              <a:defRPr sz="1800" b="0">
                <a:solidFill>
                  <a:srgbClr val="1C1C1A"/>
                </a:solidFill>
                <a:latin typeface="Arial"/>
                <a:ea typeface="Arial"/>
                <a:cs typeface="Arial"/>
              </a:defRPr>
            </a:lvl2pPr>
            <a:lvl3pPr>
              <a:defRPr sz="1800" b="0">
                <a:solidFill>
                  <a:srgbClr val="1C1C1A"/>
                </a:solidFill>
                <a:latin typeface="Arial"/>
                <a:ea typeface="Arial"/>
                <a:cs typeface="Arial"/>
              </a:defRPr>
            </a:lvl3pPr>
            <a:lvl4pPr>
              <a:defRPr sz="1800" b="0">
                <a:solidFill>
                  <a:srgbClr val="1C1C1A"/>
                </a:solidFill>
                <a:latin typeface="Arial"/>
                <a:ea typeface="Arial"/>
                <a:cs typeface="Arial"/>
              </a:defRPr>
            </a:lvl4pPr>
            <a:lvl5pPr>
              <a:defRPr sz="1800" b="0">
                <a:solidFill>
                  <a:srgbClr val="1C1C1A"/>
                </a:solidFill>
                <a:latin typeface="Arial"/>
                <a:ea typeface="Arial"/>
                <a:cs typeface="Arial"/>
              </a:defRPr>
            </a:lvl5pPr>
            <a:lvl6pPr>
              <a:defRPr sz="1800" b="0">
                <a:solidFill>
                  <a:srgbClr val="1C1C1A"/>
                </a:solidFill>
                <a:latin typeface="Arial"/>
                <a:ea typeface="Arial"/>
                <a:cs typeface="Arial"/>
              </a:defRPr>
            </a:lvl6pPr>
            <a:lvl7pPr>
              <a:defRPr sz="1800" b="0">
                <a:solidFill>
                  <a:srgbClr val="1C1C1A"/>
                </a:solidFill>
                <a:latin typeface="Arial"/>
                <a:ea typeface="Arial"/>
                <a:cs typeface="Arial"/>
              </a:defRPr>
            </a:lvl7pPr>
            <a:lvl8pPr>
              <a:defRPr sz="1800" b="0">
                <a:solidFill>
                  <a:srgbClr val="1C1C1A"/>
                </a:solidFill>
                <a:latin typeface="Arial"/>
                <a:ea typeface="Arial"/>
                <a:cs typeface="Arial"/>
              </a:defRPr>
            </a:lvl8pPr>
            <a:lvl9pPr>
              <a:defRPr sz="1800" b="0">
                <a:solidFill>
                  <a:srgbClr val="1C1C1A"/>
                </a:solidFill>
                <a:latin typeface="Arial"/>
                <a:ea typeface="Arial"/>
                <a:cs typeface="Arial"/>
              </a:defRPr>
            </a:lvl9pPr>
          </a:lstStyle>
          <a:p xmlns:a="http://schemas.openxmlformats.org/drawingml/2006/main">
            <a:pPr>
              <a:defRPr sz="1800" b="0">
                <a:solidFill>
                  <a:srgbClr val="1C1C1A"/>
                </a:solidFill>
                <a:latin typeface="Arial"/>
                <a:ea typeface="Arial"/>
                <a:cs typeface="Arial"/>
              </a:defRPr>
            </a:pPr>
            <a:r>
              <a:rPr sz="1800" b="0">
                <a:solidFill>
                  <a:srgbClr val="1C1C1A"/>
                </a:solidFill>
                <a:latin typeface="Arial"/>
                <a:ea typeface="Arial"/>
                <a:cs typeface="Arial"/>
              </a:rPr>
              <a:t>precision for both methods</a:t>
            </a:r>
          </a:p>
        </p:txBody>
      </p:sp>
      <p:sp>
        <p:nvSpPr>
          <p:cNvPr id="7" name="25">
            <a:extLst xmlns:a="http://schemas.openxmlformats.org/drawingml/2006/main">
              <a:ext uri="{FF2B5EF4-FFF2-40B4-BE49-F238E27FC236}">
                <a16:creationId xmlns:a16="http://schemas.microsoft.com/office/drawing/2014/main" id="{2BC55731-F78B-4A63-A257-15F7911B0B75}"/>
              </a:ext>
            </a:extLst>
          </p:cNvPr>
          <p:cNvSpPr>
            <a:spLocks xmlns:a="http://schemas.openxmlformats.org/drawingml/2006/main" noGrp="1"/>
          </p:cNvSpPr>
          <p:nvPr/>
        </p:nvSpPr>
        <p:spPr>
          <a:xfrm xmlns:a="http://schemas.openxmlformats.org/drawingml/2006/main">
            <a:off x="8477250" y="3362325"/>
            <a:ext cx="304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200" b="1">
                <a:solidFill>
                  <a:srgbClr val="1C1C1A"/>
                </a:solidFill>
                <a:latin typeface="Arial"/>
                <a:ea typeface="Arial"/>
                <a:cs typeface="Arial"/>
              </a:defRPr>
            </a:defPPr>
            <a:lvl1pPr>
              <a:defRPr sz="4200" b="1">
                <a:solidFill>
                  <a:srgbClr val="1C1C1A"/>
                </a:solidFill>
                <a:latin typeface="Arial"/>
                <a:ea typeface="Arial"/>
                <a:cs typeface="Arial"/>
              </a:defRPr>
            </a:lvl1pPr>
            <a:lvl2pPr>
              <a:defRPr sz="4200" b="1">
                <a:solidFill>
                  <a:srgbClr val="1C1C1A"/>
                </a:solidFill>
                <a:latin typeface="Arial"/>
                <a:ea typeface="Arial"/>
                <a:cs typeface="Arial"/>
              </a:defRPr>
            </a:lvl2pPr>
            <a:lvl3pPr>
              <a:defRPr sz="4200" b="1">
                <a:solidFill>
                  <a:srgbClr val="1C1C1A"/>
                </a:solidFill>
                <a:latin typeface="Arial"/>
                <a:ea typeface="Arial"/>
                <a:cs typeface="Arial"/>
              </a:defRPr>
            </a:lvl3pPr>
            <a:lvl4pPr>
              <a:defRPr sz="4200" b="1">
                <a:solidFill>
                  <a:srgbClr val="1C1C1A"/>
                </a:solidFill>
                <a:latin typeface="Arial"/>
                <a:ea typeface="Arial"/>
                <a:cs typeface="Arial"/>
              </a:defRPr>
            </a:lvl4pPr>
            <a:lvl5pPr>
              <a:defRPr sz="4200" b="1">
                <a:solidFill>
                  <a:srgbClr val="1C1C1A"/>
                </a:solidFill>
                <a:latin typeface="Arial"/>
                <a:ea typeface="Arial"/>
                <a:cs typeface="Arial"/>
              </a:defRPr>
            </a:lvl5pPr>
            <a:lvl6pPr>
              <a:defRPr sz="4200" b="1">
                <a:solidFill>
                  <a:srgbClr val="1C1C1A"/>
                </a:solidFill>
                <a:latin typeface="Arial"/>
                <a:ea typeface="Arial"/>
                <a:cs typeface="Arial"/>
              </a:defRPr>
            </a:lvl6pPr>
            <a:lvl7pPr>
              <a:defRPr sz="4200" b="1">
                <a:solidFill>
                  <a:srgbClr val="1C1C1A"/>
                </a:solidFill>
                <a:latin typeface="Arial"/>
                <a:ea typeface="Arial"/>
                <a:cs typeface="Arial"/>
              </a:defRPr>
            </a:lvl7pPr>
            <a:lvl8pPr>
              <a:defRPr sz="4200" b="1">
                <a:solidFill>
                  <a:srgbClr val="1C1C1A"/>
                </a:solidFill>
                <a:latin typeface="Arial"/>
                <a:ea typeface="Arial"/>
                <a:cs typeface="Arial"/>
              </a:defRPr>
            </a:lvl8pPr>
            <a:lvl9pPr>
              <a:defRPr sz="4200" b="1">
                <a:solidFill>
                  <a:srgbClr val="1C1C1A"/>
                </a:solidFill>
                <a:latin typeface="Arial"/>
                <a:ea typeface="Arial"/>
                <a:cs typeface="Arial"/>
              </a:defRPr>
            </a:lvl9pPr>
          </a:lstStyle>
          <a:p xmlns:a="http://schemas.openxmlformats.org/drawingml/2006/main">
            <a:pPr>
              <a:defRPr sz="4200" b="1">
                <a:solidFill>
                  <a:srgbClr val="1C1C1A"/>
                </a:solidFill>
                <a:latin typeface="Arial"/>
                <a:ea typeface="Arial"/>
                <a:cs typeface="Arial"/>
              </a:defRPr>
            </a:pPr>
            <a:r>
              <a:rPr sz="4200" b="1">
                <a:solidFill>
                  <a:srgbClr val="1C1C1A"/>
                </a:solidFill>
                <a:latin typeface="Arial"/>
                <a:ea typeface="Arial"/>
                <a:cs typeface="Arial"/>
              </a:rPr>
              <a:t>25</a:t>
            </a:r>
          </a:p>
        </p:txBody>
      </p:sp>
      <p:sp>
        <p:nvSpPr>
          <p:cNvPr id="8" name="missed pairs with Aegis&#10;Baseline: 62">
            <a:extLst xmlns:a="http://schemas.openxmlformats.org/drawingml/2006/main">
              <a:ext uri="{FF2B5EF4-FFF2-40B4-BE49-F238E27FC236}">
                <a16:creationId xmlns:a16="http://schemas.microsoft.com/office/drawing/2014/main" id="{15C7F12C-CEEC-40F1-A7CB-86CCD69B7BAC}"/>
              </a:ext>
            </a:extLst>
          </p:cNvPr>
          <p:cNvSpPr>
            <a:spLocks xmlns:a="http://schemas.openxmlformats.org/drawingml/2006/main" noGrp="1"/>
          </p:cNvSpPr>
          <p:nvPr/>
        </p:nvSpPr>
        <p:spPr>
          <a:xfrm xmlns:a="http://schemas.openxmlformats.org/drawingml/2006/main">
            <a:off x="8477250" y="4162425"/>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C1C1A"/>
                </a:solidFill>
                <a:latin typeface="Arial"/>
                <a:ea typeface="Arial"/>
                <a:cs typeface="Arial"/>
              </a:defRPr>
            </a:defPPr>
            <a:lvl1pPr>
              <a:defRPr sz="1800" b="0">
                <a:solidFill>
                  <a:srgbClr val="1C1C1A"/>
                </a:solidFill>
                <a:latin typeface="Arial"/>
                <a:ea typeface="Arial"/>
                <a:cs typeface="Arial"/>
              </a:defRPr>
            </a:lvl1pPr>
            <a:lvl2pPr>
              <a:defRPr sz="1800" b="0">
                <a:solidFill>
                  <a:srgbClr val="1C1C1A"/>
                </a:solidFill>
                <a:latin typeface="Arial"/>
                <a:ea typeface="Arial"/>
                <a:cs typeface="Arial"/>
              </a:defRPr>
            </a:lvl2pPr>
            <a:lvl3pPr>
              <a:defRPr sz="1800" b="0">
                <a:solidFill>
                  <a:srgbClr val="1C1C1A"/>
                </a:solidFill>
                <a:latin typeface="Arial"/>
                <a:ea typeface="Arial"/>
                <a:cs typeface="Arial"/>
              </a:defRPr>
            </a:lvl3pPr>
            <a:lvl4pPr>
              <a:defRPr sz="1800" b="0">
                <a:solidFill>
                  <a:srgbClr val="1C1C1A"/>
                </a:solidFill>
                <a:latin typeface="Arial"/>
                <a:ea typeface="Arial"/>
                <a:cs typeface="Arial"/>
              </a:defRPr>
            </a:lvl4pPr>
            <a:lvl5pPr>
              <a:defRPr sz="1800" b="0">
                <a:solidFill>
                  <a:srgbClr val="1C1C1A"/>
                </a:solidFill>
                <a:latin typeface="Arial"/>
                <a:ea typeface="Arial"/>
                <a:cs typeface="Arial"/>
              </a:defRPr>
            </a:lvl5pPr>
            <a:lvl6pPr>
              <a:defRPr sz="1800" b="0">
                <a:solidFill>
                  <a:srgbClr val="1C1C1A"/>
                </a:solidFill>
                <a:latin typeface="Arial"/>
                <a:ea typeface="Arial"/>
                <a:cs typeface="Arial"/>
              </a:defRPr>
            </a:lvl6pPr>
            <a:lvl7pPr>
              <a:defRPr sz="1800" b="0">
                <a:solidFill>
                  <a:srgbClr val="1C1C1A"/>
                </a:solidFill>
                <a:latin typeface="Arial"/>
                <a:ea typeface="Arial"/>
                <a:cs typeface="Arial"/>
              </a:defRPr>
            </a:lvl7pPr>
            <a:lvl8pPr>
              <a:defRPr sz="1800" b="0">
                <a:solidFill>
                  <a:srgbClr val="1C1C1A"/>
                </a:solidFill>
                <a:latin typeface="Arial"/>
                <a:ea typeface="Arial"/>
                <a:cs typeface="Arial"/>
              </a:defRPr>
            </a:lvl8pPr>
            <a:lvl9pPr>
              <a:defRPr sz="1800" b="0">
                <a:solidFill>
                  <a:srgbClr val="1C1C1A"/>
                </a:solidFill>
                <a:latin typeface="Arial"/>
                <a:ea typeface="Arial"/>
                <a:cs typeface="Arial"/>
              </a:defRPr>
            </a:lvl9pPr>
          </a:lstStyle>
          <a:p xmlns:a="http://schemas.openxmlformats.org/drawingml/2006/main">
            <a:pPr>
              <a:defRPr sz="1800" b="0">
                <a:solidFill>
                  <a:srgbClr val="1C1C1A"/>
                </a:solidFill>
                <a:latin typeface="Arial"/>
                <a:ea typeface="Arial"/>
                <a:cs typeface="Arial"/>
              </a:defRPr>
            </a:pPr>
            <a:r>
              <a:rPr sz="1800" b="0">
                <a:solidFill>
                  <a:srgbClr val="1C1C1A"/>
                </a:solidFill>
                <a:latin typeface="Arial"/>
                <a:ea typeface="Arial"/>
                <a:cs typeface="Arial"/>
              </a:rPr>
              <a:t>missed pairs with Aegis</a:t>
            </a:r>
          </a:p>
          <a:p xmlns:a="http://schemas.openxmlformats.org/drawingml/2006/main">
            <a:pPr>
              <a:defRPr sz="1800" b="0">
                <a:solidFill>
                  <a:srgbClr val="1C1C1A"/>
                </a:solidFill>
                <a:latin typeface="Arial"/>
                <a:ea typeface="Arial"/>
                <a:cs typeface="Arial"/>
              </a:defRPr>
            </a:pPr>
            <a:r>
              <a:rPr sz="1800" b="0">
                <a:solidFill>
                  <a:srgbClr val="1C1C1A"/>
                </a:solidFill>
                <a:latin typeface="Arial"/>
                <a:ea typeface="Arial"/>
                <a:cs typeface="Arial"/>
              </a:rPr>
              <a:t>Baseline: 62</a:t>
            </a:r>
          </a:p>
        </p:txBody>
      </p:sp>
      <p:sp>
        <p:nvSpPr>
          <p:cNvPr id="9" name="Zero false merge pairs observed. All Aegis re">
            <a:extLst xmlns:a="http://schemas.openxmlformats.org/drawingml/2006/main">
              <a:ext uri="{FF2B5EF4-FFF2-40B4-BE49-F238E27FC236}">
                <a16:creationId xmlns:a16="http://schemas.microsoft.com/office/drawing/2014/main" id="{8C752D12-D99E-4EEE-A162-CDFD51396393}"/>
              </a:ext>
            </a:extLst>
          </p:cNvPr>
          <p:cNvSpPr>
            <a:spLocks xmlns:a="http://schemas.openxmlformats.org/drawingml/2006/main" noGrp="1"/>
          </p:cNvSpPr>
          <p:nvPr/>
        </p:nvSpPr>
        <p:spPr>
          <a:xfrm xmlns:a="http://schemas.openxmlformats.org/drawingml/2006/main">
            <a:off x="609600" y="5619750"/>
            <a:ext cx="1076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C1C1A"/>
                </a:solidFill>
                <a:latin typeface="Arial"/>
                <a:ea typeface="Arial"/>
                <a:cs typeface="Arial"/>
              </a:defRPr>
            </a:defPPr>
            <a:lvl1pPr>
              <a:defRPr sz="1950" b="1">
                <a:solidFill>
                  <a:srgbClr val="1C1C1A"/>
                </a:solidFill>
                <a:latin typeface="Arial"/>
                <a:ea typeface="Arial"/>
                <a:cs typeface="Arial"/>
              </a:defRPr>
            </a:lvl1pPr>
            <a:lvl2pPr>
              <a:defRPr sz="1950" b="1">
                <a:solidFill>
                  <a:srgbClr val="1C1C1A"/>
                </a:solidFill>
                <a:latin typeface="Arial"/>
                <a:ea typeface="Arial"/>
                <a:cs typeface="Arial"/>
              </a:defRPr>
            </a:lvl2pPr>
            <a:lvl3pPr>
              <a:defRPr sz="1950" b="1">
                <a:solidFill>
                  <a:srgbClr val="1C1C1A"/>
                </a:solidFill>
                <a:latin typeface="Arial"/>
                <a:ea typeface="Arial"/>
                <a:cs typeface="Arial"/>
              </a:defRPr>
            </a:lvl3pPr>
            <a:lvl4pPr>
              <a:defRPr sz="1950" b="1">
                <a:solidFill>
                  <a:srgbClr val="1C1C1A"/>
                </a:solidFill>
                <a:latin typeface="Arial"/>
                <a:ea typeface="Arial"/>
                <a:cs typeface="Arial"/>
              </a:defRPr>
            </a:lvl4pPr>
            <a:lvl5pPr>
              <a:defRPr sz="1950" b="1">
                <a:solidFill>
                  <a:srgbClr val="1C1C1A"/>
                </a:solidFill>
                <a:latin typeface="Arial"/>
                <a:ea typeface="Arial"/>
                <a:cs typeface="Arial"/>
              </a:defRPr>
            </a:lvl5pPr>
            <a:lvl6pPr>
              <a:defRPr sz="1950" b="1">
                <a:solidFill>
                  <a:srgbClr val="1C1C1A"/>
                </a:solidFill>
                <a:latin typeface="Arial"/>
                <a:ea typeface="Arial"/>
                <a:cs typeface="Arial"/>
              </a:defRPr>
            </a:lvl6pPr>
            <a:lvl7pPr>
              <a:defRPr sz="1950" b="1">
                <a:solidFill>
                  <a:srgbClr val="1C1C1A"/>
                </a:solidFill>
                <a:latin typeface="Arial"/>
                <a:ea typeface="Arial"/>
                <a:cs typeface="Arial"/>
              </a:defRPr>
            </a:lvl7pPr>
            <a:lvl8pPr>
              <a:defRPr sz="1950" b="1">
                <a:solidFill>
                  <a:srgbClr val="1C1C1A"/>
                </a:solidFill>
                <a:latin typeface="Arial"/>
                <a:ea typeface="Arial"/>
                <a:cs typeface="Arial"/>
              </a:defRPr>
            </a:lvl8pPr>
            <a:lvl9pPr>
              <a:defRPr sz="1950" b="1">
                <a:solidFill>
                  <a:srgbClr val="1C1C1A"/>
                </a:solidFill>
                <a:latin typeface="Arial"/>
                <a:ea typeface="Arial"/>
                <a:cs typeface="Arial"/>
              </a:defRPr>
            </a:lvl9pPr>
          </a:lstStyle>
          <a:p xmlns:a="http://schemas.openxmlformats.org/drawingml/2006/main">
            <a:pPr>
              <a:defRPr sz="1950" b="1">
                <a:solidFill>
                  <a:srgbClr val="1C1C1A"/>
                </a:solidFill>
                <a:latin typeface="Arial"/>
                <a:ea typeface="Arial"/>
                <a:cs typeface="Arial"/>
              </a:defRPr>
            </a:pPr>
            <a:r>
              <a:rPr sz="1950" b="1">
                <a:solidFill>
                  <a:srgbClr val="1C1C1A"/>
                </a:solidFill>
                <a:latin typeface="Arial"/>
                <a:ea typeface="Arial"/>
                <a:cs typeface="Arial"/>
              </a:rPr>
              <a:t>Zero false merge pairs observed. All Aegis reports carry review flags.</a:t>
            </a:r>
          </a:p>
        </p:txBody>
      </p:sp>
    </p:spTree>
    <p:extLst>
      <p:ext uri="{BB962C8B-B14F-4D97-AF65-F5344CB8AC3E}">
        <p14:creationId xmlns:p14="http://schemas.microsoft.com/office/powerpoint/2010/main" val="1910089355"/>
      </p:ext>
    </p:extLst>
  </p:cSld>
</p:sld>
</file>

<file path=ppt/slides/slide1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 name="Engineering verification">
            <a:extLst xmlns:a="http://schemas.openxmlformats.org/drawingml/2006/main">
              <a:ext uri="{FF2B5EF4-FFF2-40B4-BE49-F238E27FC236}">
                <a16:creationId xmlns:a16="http://schemas.microsoft.com/office/drawing/2014/main" id="{9903E29B-D7E0-4418-8376-933C4F08AE99}"/>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C1C1A"/>
                </a:solidFill>
                <a:latin typeface="Arial"/>
                <a:ea typeface="Arial"/>
                <a:cs typeface="Arial"/>
              </a:defRPr>
            </a:defPPr>
            <a:lvl1pPr>
              <a:defRPr sz="3300" b="1">
                <a:solidFill>
                  <a:srgbClr val="1C1C1A"/>
                </a:solidFill>
                <a:latin typeface="Arial"/>
                <a:ea typeface="Arial"/>
                <a:cs typeface="Arial"/>
              </a:defRPr>
            </a:lvl1pPr>
            <a:lvl2pPr>
              <a:defRPr sz="3300" b="1">
                <a:solidFill>
                  <a:srgbClr val="1C1C1A"/>
                </a:solidFill>
                <a:latin typeface="Arial"/>
                <a:ea typeface="Arial"/>
                <a:cs typeface="Arial"/>
              </a:defRPr>
            </a:lvl2pPr>
            <a:lvl3pPr>
              <a:defRPr sz="3300" b="1">
                <a:solidFill>
                  <a:srgbClr val="1C1C1A"/>
                </a:solidFill>
                <a:latin typeface="Arial"/>
                <a:ea typeface="Arial"/>
                <a:cs typeface="Arial"/>
              </a:defRPr>
            </a:lvl3pPr>
            <a:lvl4pPr>
              <a:defRPr sz="3300" b="1">
                <a:solidFill>
                  <a:srgbClr val="1C1C1A"/>
                </a:solidFill>
                <a:latin typeface="Arial"/>
                <a:ea typeface="Arial"/>
                <a:cs typeface="Arial"/>
              </a:defRPr>
            </a:lvl4pPr>
            <a:lvl5pPr>
              <a:defRPr sz="3300" b="1">
                <a:solidFill>
                  <a:srgbClr val="1C1C1A"/>
                </a:solidFill>
                <a:latin typeface="Arial"/>
                <a:ea typeface="Arial"/>
                <a:cs typeface="Arial"/>
              </a:defRPr>
            </a:lvl5pPr>
            <a:lvl6pPr>
              <a:defRPr sz="3300" b="1">
                <a:solidFill>
                  <a:srgbClr val="1C1C1A"/>
                </a:solidFill>
                <a:latin typeface="Arial"/>
                <a:ea typeface="Arial"/>
                <a:cs typeface="Arial"/>
              </a:defRPr>
            </a:lvl6pPr>
            <a:lvl7pPr>
              <a:defRPr sz="3300" b="1">
                <a:solidFill>
                  <a:srgbClr val="1C1C1A"/>
                </a:solidFill>
                <a:latin typeface="Arial"/>
                <a:ea typeface="Arial"/>
                <a:cs typeface="Arial"/>
              </a:defRPr>
            </a:lvl7pPr>
            <a:lvl8pPr>
              <a:defRPr sz="3300" b="1">
                <a:solidFill>
                  <a:srgbClr val="1C1C1A"/>
                </a:solidFill>
                <a:latin typeface="Arial"/>
                <a:ea typeface="Arial"/>
                <a:cs typeface="Arial"/>
              </a:defRPr>
            </a:lvl8pPr>
            <a:lvl9pPr>
              <a:defRPr sz="3300" b="1">
                <a:solidFill>
                  <a:srgbClr val="1C1C1A"/>
                </a:solidFill>
                <a:latin typeface="Arial"/>
                <a:ea typeface="Arial"/>
                <a:cs typeface="Arial"/>
              </a:defRPr>
            </a:lvl9pPr>
          </a:lstStyle>
          <a:p xmlns:a="http://schemas.openxmlformats.org/drawingml/2006/main">
            <a:pPr>
              <a:defRPr sz="3300" b="1">
                <a:solidFill>
                  <a:srgbClr val="1C1C1A"/>
                </a:solidFill>
                <a:latin typeface="Arial"/>
                <a:ea typeface="Arial"/>
                <a:cs typeface="Arial"/>
              </a:defRPr>
            </a:pPr>
            <a:r>
              <a:rPr sz="3300" b="1">
                <a:solidFill>
                  <a:srgbClr val="1C1C1A"/>
                </a:solidFill>
                <a:latin typeface="Arial"/>
                <a:ea typeface="Arial"/>
                <a:cs typeface="Arial"/>
              </a:rPr>
              <a:t>Engineering verification</a:t>
            </a:r>
          </a:p>
        </p:txBody>
      </p:sp>
      <p:sp>
        <p:nvSpPr>
          <p:cNvPr id="3" name="11">
            <a:extLst xmlns:a="http://schemas.openxmlformats.org/drawingml/2006/main">
              <a:ext uri="{FF2B5EF4-FFF2-40B4-BE49-F238E27FC236}">
                <a16:creationId xmlns:a16="http://schemas.microsoft.com/office/drawing/2014/main" id="{66CD6CB9-1415-4C1A-B6D0-A40F352AF03D}"/>
              </a:ext>
            </a:extLst>
          </p:cNvPr>
          <p:cNvSpPr>
            <a:spLocks xmlns:a="http://schemas.openxmlformats.org/drawingml/2006/main" noGrp="1"/>
          </p:cNvSpPr>
          <p:nvPr/>
        </p:nvSpPr>
        <p:spPr>
          <a:xfrm xmlns:a="http://schemas.openxmlformats.org/drawingml/2006/main">
            <a:off x="11049000" y="63627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B5A54"/>
                </a:solidFill>
                <a:latin typeface="Arial"/>
                <a:ea typeface="Arial"/>
                <a:cs typeface="Arial"/>
              </a:defRPr>
            </a:defPPr>
            <a:lvl1pPr algn="r">
              <a:defRPr sz="1350" b="0">
                <a:solidFill>
                  <a:srgbClr val="5B5A54"/>
                </a:solidFill>
                <a:latin typeface="Arial"/>
                <a:ea typeface="Arial"/>
                <a:cs typeface="Arial"/>
              </a:defRPr>
            </a:lvl1pPr>
            <a:lvl2pPr algn="r">
              <a:defRPr sz="1350" b="0">
                <a:solidFill>
                  <a:srgbClr val="5B5A54"/>
                </a:solidFill>
                <a:latin typeface="Arial"/>
                <a:ea typeface="Arial"/>
                <a:cs typeface="Arial"/>
              </a:defRPr>
            </a:lvl2pPr>
            <a:lvl3pPr algn="r">
              <a:defRPr sz="1350" b="0">
                <a:solidFill>
                  <a:srgbClr val="5B5A54"/>
                </a:solidFill>
                <a:latin typeface="Arial"/>
                <a:ea typeface="Arial"/>
                <a:cs typeface="Arial"/>
              </a:defRPr>
            </a:lvl3pPr>
            <a:lvl4pPr algn="r">
              <a:defRPr sz="1350" b="0">
                <a:solidFill>
                  <a:srgbClr val="5B5A54"/>
                </a:solidFill>
                <a:latin typeface="Arial"/>
                <a:ea typeface="Arial"/>
                <a:cs typeface="Arial"/>
              </a:defRPr>
            </a:lvl4pPr>
            <a:lvl5pPr algn="r">
              <a:defRPr sz="1350" b="0">
                <a:solidFill>
                  <a:srgbClr val="5B5A54"/>
                </a:solidFill>
                <a:latin typeface="Arial"/>
                <a:ea typeface="Arial"/>
                <a:cs typeface="Arial"/>
              </a:defRPr>
            </a:lvl5pPr>
            <a:lvl6pPr algn="r">
              <a:defRPr sz="1350" b="0">
                <a:solidFill>
                  <a:srgbClr val="5B5A54"/>
                </a:solidFill>
                <a:latin typeface="Arial"/>
                <a:ea typeface="Arial"/>
                <a:cs typeface="Arial"/>
              </a:defRPr>
            </a:lvl6pPr>
            <a:lvl7pPr algn="r">
              <a:defRPr sz="1350" b="0">
                <a:solidFill>
                  <a:srgbClr val="5B5A54"/>
                </a:solidFill>
                <a:latin typeface="Arial"/>
                <a:ea typeface="Arial"/>
                <a:cs typeface="Arial"/>
              </a:defRPr>
            </a:lvl7pPr>
            <a:lvl8pPr algn="r">
              <a:defRPr sz="1350" b="0">
                <a:solidFill>
                  <a:srgbClr val="5B5A54"/>
                </a:solidFill>
                <a:latin typeface="Arial"/>
                <a:ea typeface="Arial"/>
                <a:cs typeface="Arial"/>
              </a:defRPr>
            </a:lvl8pPr>
            <a:lvl9pPr algn="r">
              <a:defRPr sz="1350" b="0">
                <a:solidFill>
                  <a:srgbClr val="5B5A54"/>
                </a:solidFill>
                <a:latin typeface="Arial"/>
                <a:ea typeface="Arial"/>
                <a:cs typeface="Arial"/>
              </a:defRPr>
            </a:lvl9pPr>
          </a:lstStyle>
          <a:p xmlns:a="http://schemas.openxmlformats.org/drawingml/2006/main">
            <a:pPr algn="r">
              <a:defRPr sz="1350" b="0">
                <a:solidFill>
                  <a:srgbClr val="5B5A54"/>
                </a:solidFill>
                <a:latin typeface="Arial"/>
                <a:ea typeface="Arial"/>
                <a:cs typeface="Arial"/>
              </a:defRPr>
            </a:pPr>
            <a:r>
              <a:rPr sz="1350" b="0">
                <a:solidFill>
                  <a:srgbClr val="5B5A54"/>
                </a:solidFill>
                <a:latin typeface="Arial"/>
                <a:ea typeface="Arial"/>
                <a:cs typeface="Arial"/>
              </a:rPr>
              <a:t>11</a:t>
            </a:r>
          </a:p>
        </p:txBody>
      </p:sp>
      <p:sp>
        <p:nvSpPr>
          <p:cNvPr id="4" name="196">
            <a:extLst xmlns:a="http://schemas.openxmlformats.org/drawingml/2006/main">
              <a:ext uri="{FF2B5EF4-FFF2-40B4-BE49-F238E27FC236}">
                <a16:creationId xmlns:a16="http://schemas.microsoft.com/office/drawing/2014/main" id="{60525A32-563A-44E4-A271-46934D459A3F}"/>
              </a:ext>
            </a:extLst>
          </p:cNvPr>
          <p:cNvSpPr>
            <a:spLocks xmlns:a="http://schemas.openxmlformats.org/drawingml/2006/main" noGrp="1"/>
          </p:cNvSpPr>
          <p:nvPr/>
        </p:nvSpPr>
        <p:spPr>
          <a:xfrm xmlns:a="http://schemas.openxmlformats.org/drawingml/2006/main">
            <a:off x="609600" y="1457325"/>
            <a:ext cx="295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250" b="1">
                <a:solidFill>
                  <a:srgbClr val="1C1C1A"/>
                </a:solidFill>
                <a:latin typeface="Arial"/>
                <a:ea typeface="Arial"/>
                <a:cs typeface="Arial"/>
              </a:defRPr>
            </a:defPPr>
            <a:lvl1pPr>
              <a:defRPr sz="5250" b="1">
                <a:solidFill>
                  <a:srgbClr val="1C1C1A"/>
                </a:solidFill>
                <a:latin typeface="Arial"/>
                <a:ea typeface="Arial"/>
                <a:cs typeface="Arial"/>
              </a:defRPr>
            </a:lvl1pPr>
            <a:lvl2pPr>
              <a:defRPr sz="5250" b="1">
                <a:solidFill>
                  <a:srgbClr val="1C1C1A"/>
                </a:solidFill>
                <a:latin typeface="Arial"/>
                <a:ea typeface="Arial"/>
                <a:cs typeface="Arial"/>
              </a:defRPr>
            </a:lvl2pPr>
            <a:lvl3pPr>
              <a:defRPr sz="5250" b="1">
                <a:solidFill>
                  <a:srgbClr val="1C1C1A"/>
                </a:solidFill>
                <a:latin typeface="Arial"/>
                <a:ea typeface="Arial"/>
                <a:cs typeface="Arial"/>
              </a:defRPr>
            </a:lvl3pPr>
            <a:lvl4pPr>
              <a:defRPr sz="5250" b="1">
                <a:solidFill>
                  <a:srgbClr val="1C1C1A"/>
                </a:solidFill>
                <a:latin typeface="Arial"/>
                <a:ea typeface="Arial"/>
                <a:cs typeface="Arial"/>
              </a:defRPr>
            </a:lvl4pPr>
            <a:lvl5pPr>
              <a:defRPr sz="5250" b="1">
                <a:solidFill>
                  <a:srgbClr val="1C1C1A"/>
                </a:solidFill>
                <a:latin typeface="Arial"/>
                <a:ea typeface="Arial"/>
                <a:cs typeface="Arial"/>
              </a:defRPr>
            </a:lvl5pPr>
            <a:lvl6pPr>
              <a:defRPr sz="5250" b="1">
                <a:solidFill>
                  <a:srgbClr val="1C1C1A"/>
                </a:solidFill>
                <a:latin typeface="Arial"/>
                <a:ea typeface="Arial"/>
                <a:cs typeface="Arial"/>
              </a:defRPr>
            </a:lvl6pPr>
            <a:lvl7pPr>
              <a:defRPr sz="5250" b="1">
                <a:solidFill>
                  <a:srgbClr val="1C1C1A"/>
                </a:solidFill>
                <a:latin typeface="Arial"/>
                <a:ea typeface="Arial"/>
                <a:cs typeface="Arial"/>
              </a:defRPr>
            </a:lvl7pPr>
            <a:lvl8pPr>
              <a:defRPr sz="5250" b="1">
                <a:solidFill>
                  <a:srgbClr val="1C1C1A"/>
                </a:solidFill>
                <a:latin typeface="Arial"/>
                <a:ea typeface="Arial"/>
                <a:cs typeface="Arial"/>
              </a:defRPr>
            </a:lvl8pPr>
            <a:lvl9pPr>
              <a:defRPr sz="5250" b="1">
                <a:solidFill>
                  <a:srgbClr val="1C1C1A"/>
                </a:solidFill>
                <a:latin typeface="Arial"/>
                <a:ea typeface="Arial"/>
                <a:cs typeface="Arial"/>
              </a:defRPr>
            </a:lvl9pPr>
          </a:lstStyle>
          <a:p xmlns:a="http://schemas.openxmlformats.org/drawingml/2006/main">
            <a:pPr>
              <a:defRPr sz="5250" b="1">
                <a:solidFill>
                  <a:srgbClr val="1C1C1A"/>
                </a:solidFill>
                <a:latin typeface="Arial"/>
                <a:ea typeface="Arial"/>
                <a:cs typeface="Arial"/>
              </a:defRPr>
            </a:pPr>
            <a:r>
              <a:rPr sz="5250" b="1">
                <a:solidFill>
                  <a:srgbClr val="1C1C1A"/>
                </a:solidFill>
                <a:latin typeface="Arial"/>
                <a:ea typeface="Arial"/>
                <a:cs typeface="Arial"/>
              </a:rPr>
              <a:t>196</a:t>
            </a:r>
          </a:p>
        </p:txBody>
      </p:sp>
      <p:sp>
        <p:nvSpPr>
          <p:cNvPr id="5" name="backend tests passed">
            <a:extLst xmlns:a="http://schemas.openxmlformats.org/drawingml/2006/main">
              <a:ext uri="{FF2B5EF4-FFF2-40B4-BE49-F238E27FC236}">
                <a16:creationId xmlns:a16="http://schemas.microsoft.com/office/drawing/2014/main" id="{CE31CB44-BE70-4EFC-81FD-0E5A700AC0B3}"/>
              </a:ext>
            </a:extLst>
          </p:cNvPr>
          <p:cNvSpPr>
            <a:spLocks xmlns:a="http://schemas.openxmlformats.org/drawingml/2006/main" noGrp="1"/>
          </p:cNvSpPr>
          <p:nvPr/>
        </p:nvSpPr>
        <p:spPr>
          <a:xfrm xmlns:a="http://schemas.openxmlformats.org/drawingml/2006/main">
            <a:off x="609600" y="23907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C1C1A"/>
                </a:solidFill>
                <a:latin typeface="Arial"/>
                <a:ea typeface="Arial"/>
                <a:cs typeface="Arial"/>
              </a:defRPr>
            </a:defPPr>
            <a:lvl1pPr>
              <a:defRPr sz="2025" b="0">
                <a:solidFill>
                  <a:srgbClr val="1C1C1A"/>
                </a:solidFill>
                <a:latin typeface="Arial"/>
                <a:ea typeface="Arial"/>
                <a:cs typeface="Arial"/>
              </a:defRPr>
            </a:lvl1pPr>
            <a:lvl2pPr>
              <a:defRPr sz="2025" b="0">
                <a:solidFill>
                  <a:srgbClr val="1C1C1A"/>
                </a:solidFill>
                <a:latin typeface="Arial"/>
                <a:ea typeface="Arial"/>
                <a:cs typeface="Arial"/>
              </a:defRPr>
            </a:lvl2pPr>
            <a:lvl3pPr>
              <a:defRPr sz="2025" b="0">
                <a:solidFill>
                  <a:srgbClr val="1C1C1A"/>
                </a:solidFill>
                <a:latin typeface="Arial"/>
                <a:ea typeface="Arial"/>
                <a:cs typeface="Arial"/>
              </a:defRPr>
            </a:lvl3pPr>
            <a:lvl4pPr>
              <a:defRPr sz="2025" b="0">
                <a:solidFill>
                  <a:srgbClr val="1C1C1A"/>
                </a:solidFill>
                <a:latin typeface="Arial"/>
                <a:ea typeface="Arial"/>
                <a:cs typeface="Arial"/>
              </a:defRPr>
            </a:lvl4pPr>
            <a:lvl5pPr>
              <a:defRPr sz="2025" b="0">
                <a:solidFill>
                  <a:srgbClr val="1C1C1A"/>
                </a:solidFill>
                <a:latin typeface="Arial"/>
                <a:ea typeface="Arial"/>
                <a:cs typeface="Arial"/>
              </a:defRPr>
            </a:lvl5pPr>
            <a:lvl6pPr>
              <a:defRPr sz="2025" b="0">
                <a:solidFill>
                  <a:srgbClr val="1C1C1A"/>
                </a:solidFill>
                <a:latin typeface="Arial"/>
                <a:ea typeface="Arial"/>
                <a:cs typeface="Arial"/>
              </a:defRPr>
            </a:lvl6pPr>
            <a:lvl7pPr>
              <a:defRPr sz="2025" b="0">
                <a:solidFill>
                  <a:srgbClr val="1C1C1A"/>
                </a:solidFill>
                <a:latin typeface="Arial"/>
                <a:ea typeface="Arial"/>
                <a:cs typeface="Arial"/>
              </a:defRPr>
            </a:lvl7pPr>
            <a:lvl8pPr>
              <a:defRPr sz="2025" b="0">
                <a:solidFill>
                  <a:srgbClr val="1C1C1A"/>
                </a:solidFill>
                <a:latin typeface="Arial"/>
                <a:ea typeface="Arial"/>
                <a:cs typeface="Arial"/>
              </a:defRPr>
            </a:lvl8pPr>
            <a:lvl9pPr>
              <a:defRPr sz="2025" b="0">
                <a:solidFill>
                  <a:srgbClr val="1C1C1A"/>
                </a:solidFill>
                <a:latin typeface="Arial"/>
                <a:ea typeface="Arial"/>
                <a:cs typeface="Arial"/>
              </a:defRPr>
            </a:lvl9pPr>
          </a:lstStyle>
          <a:p xmlns:a="http://schemas.openxmlformats.org/drawingml/2006/main">
            <a:pPr>
              <a:defRPr sz="2025" b="0">
                <a:solidFill>
                  <a:srgbClr val="1C1C1A"/>
                </a:solidFill>
                <a:latin typeface="Arial"/>
                <a:ea typeface="Arial"/>
                <a:cs typeface="Arial"/>
              </a:defRPr>
            </a:pPr>
            <a:r>
              <a:rPr sz="2025" b="0">
                <a:solidFill>
                  <a:srgbClr val="1C1C1A"/>
                </a:solidFill>
                <a:latin typeface="Arial"/>
                <a:ea typeface="Arial"/>
                <a:cs typeface="Arial"/>
              </a:rPr>
              <a:t>backend tests passed</a:t>
            </a:r>
          </a:p>
        </p:txBody>
      </p:sp>
      <p:sp>
        <p:nvSpPr>
          <p:cNvPr id="6" name="140">
            <a:extLst xmlns:a="http://schemas.openxmlformats.org/drawingml/2006/main">
              <a:ext uri="{FF2B5EF4-FFF2-40B4-BE49-F238E27FC236}">
                <a16:creationId xmlns:a16="http://schemas.microsoft.com/office/drawing/2014/main" id="{B439591D-3B4E-43CA-8D13-2FB79D31EA27}"/>
              </a:ext>
            </a:extLst>
          </p:cNvPr>
          <p:cNvSpPr>
            <a:spLocks xmlns:a="http://schemas.openxmlformats.org/drawingml/2006/main" noGrp="1"/>
          </p:cNvSpPr>
          <p:nvPr/>
        </p:nvSpPr>
        <p:spPr>
          <a:xfrm xmlns:a="http://schemas.openxmlformats.org/drawingml/2006/main">
            <a:off x="5857875" y="1457325"/>
            <a:ext cx="295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250" b="1">
                <a:solidFill>
                  <a:srgbClr val="1C1C1A"/>
                </a:solidFill>
                <a:latin typeface="Arial"/>
                <a:ea typeface="Arial"/>
                <a:cs typeface="Arial"/>
              </a:defRPr>
            </a:defPPr>
            <a:lvl1pPr>
              <a:defRPr sz="5250" b="1">
                <a:solidFill>
                  <a:srgbClr val="1C1C1A"/>
                </a:solidFill>
                <a:latin typeface="Arial"/>
                <a:ea typeface="Arial"/>
                <a:cs typeface="Arial"/>
              </a:defRPr>
            </a:lvl1pPr>
            <a:lvl2pPr>
              <a:defRPr sz="5250" b="1">
                <a:solidFill>
                  <a:srgbClr val="1C1C1A"/>
                </a:solidFill>
                <a:latin typeface="Arial"/>
                <a:ea typeface="Arial"/>
                <a:cs typeface="Arial"/>
              </a:defRPr>
            </a:lvl2pPr>
            <a:lvl3pPr>
              <a:defRPr sz="5250" b="1">
                <a:solidFill>
                  <a:srgbClr val="1C1C1A"/>
                </a:solidFill>
                <a:latin typeface="Arial"/>
                <a:ea typeface="Arial"/>
                <a:cs typeface="Arial"/>
              </a:defRPr>
            </a:lvl3pPr>
            <a:lvl4pPr>
              <a:defRPr sz="5250" b="1">
                <a:solidFill>
                  <a:srgbClr val="1C1C1A"/>
                </a:solidFill>
                <a:latin typeface="Arial"/>
                <a:ea typeface="Arial"/>
                <a:cs typeface="Arial"/>
              </a:defRPr>
            </a:lvl4pPr>
            <a:lvl5pPr>
              <a:defRPr sz="5250" b="1">
                <a:solidFill>
                  <a:srgbClr val="1C1C1A"/>
                </a:solidFill>
                <a:latin typeface="Arial"/>
                <a:ea typeface="Arial"/>
                <a:cs typeface="Arial"/>
              </a:defRPr>
            </a:lvl5pPr>
            <a:lvl6pPr>
              <a:defRPr sz="5250" b="1">
                <a:solidFill>
                  <a:srgbClr val="1C1C1A"/>
                </a:solidFill>
                <a:latin typeface="Arial"/>
                <a:ea typeface="Arial"/>
                <a:cs typeface="Arial"/>
              </a:defRPr>
            </a:lvl6pPr>
            <a:lvl7pPr>
              <a:defRPr sz="5250" b="1">
                <a:solidFill>
                  <a:srgbClr val="1C1C1A"/>
                </a:solidFill>
                <a:latin typeface="Arial"/>
                <a:ea typeface="Arial"/>
                <a:cs typeface="Arial"/>
              </a:defRPr>
            </a:lvl7pPr>
            <a:lvl8pPr>
              <a:defRPr sz="5250" b="1">
                <a:solidFill>
                  <a:srgbClr val="1C1C1A"/>
                </a:solidFill>
                <a:latin typeface="Arial"/>
                <a:ea typeface="Arial"/>
                <a:cs typeface="Arial"/>
              </a:defRPr>
            </a:lvl8pPr>
            <a:lvl9pPr>
              <a:defRPr sz="5250" b="1">
                <a:solidFill>
                  <a:srgbClr val="1C1C1A"/>
                </a:solidFill>
                <a:latin typeface="Arial"/>
                <a:ea typeface="Arial"/>
                <a:cs typeface="Arial"/>
              </a:defRPr>
            </a:lvl9pPr>
          </a:lstStyle>
          <a:p xmlns:a="http://schemas.openxmlformats.org/drawingml/2006/main">
            <a:pPr>
              <a:defRPr sz="5250" b="1">
                <a:solidFill>
                  <a:srgbClr val="1C1C1A"/>
                </a:solidFill>
                <a:latin typeface="Arial"/>
                <a:ea typeface="Arial"/>
                <a:cs typeface="Arial"/>
              </a:defRPr>
            </a:pPr>
            <a:r>
              <a:rPr sz="5250" b="1">
                <a:solidFill>
                  <a:srgbClr val="1C1C1A"/>
                </a:solidFill>
                <a:latin typeface="Arial"/>
                <a:ea typeface="Arial"/>
                <a:cs typeface="Arial"/>
              </a:rPr>
              <a:t>140</a:t>
            </a:r>
          </a:p>
        </p:txBody>
      </p:sp>
      <p:sp>
        <p:nvSpPr>
          <p:cNvPr id="7" name="frontend tests passed">
            <a:extLst xmlns:a="http://schemas.openxmlformats.org/drawingml/2006/main">
              <a:ext uri="{FF2B5EF4-FFF2-40B4-BE49-F238E27FC236}">
                <a16:creationId xmlns:a16="http://schemas.microsoft.com/office/drawing/2014/main" id="{BC45CE18-FBC9-4679-91A3-88FBB079AF25}"/>
              </a:ext>
            </a:extLst>
          </p:cNvPr>
          <p:cNvSpPr>
            <a:spLocks xmlns:a="http://schemas.openxmlformats.org/drawingml/2006/main" noGrp="1"/>
          </p:cNvSpPr>
          <p:nvPr/>
        </p:nvSpPr>
        <p:spPr>
          <a:xfrm xmlns:a="http://schemas.openxmlformats.org/drawingml/2006/main">
            <a:off x="5857875" y="239077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C1C1A"/>
                </a:solidFill>
                <a:latin typeface="Arial"/>
                <a:ea typeface="Arial"/>
                <a:cs typeface="Arial"/>
              </a:defRPr>
            </a:defPPr>
            <a:lvl1pPr>
              <a:defRPr sz="2025" b="0">
                <a:solidFill>
                  <a:srgbClr val="1C1C1A"/>
                </a:solidFill>
                <a:latin typeface="Arial"/>
                <a:ea typeface="Arial"/>
                <a:cs typeface="Arial"/>
              </a:defRPr>
            </a:lvl1pPr>
            <a:lvl2pPr>
              <a:defRPr sz="2025" b="0">
                <a:solidFill>
                  <a:srgbClr val="1C1C1A"/>
                </a:solidFill>
                <a:latin typeface="Arial"/>
                <a:ea typeface="Arial"/>
                <a:cs typeface="Arial"/>
              </a:defRPr>
            </a:lvl2pPr>
            <a:lvl3pPr>
              <a:defRPr sz="2025" b="0">
                <a:solidFill>
                  <a:srgbClr val="1C1C1A"/>
                </a:solidFill>
                <a:latin typeface="Arial"/>
                <a:ea typeface="Arial"/>
                <a:cs typeface="Arial"/>
              </a:defRPr>
            </a:lvl3pPr>
            <a:lvl4pPr>
              <a:defRPr sz="2025" b="0">
                <a:solidFill>
                  <a:srgbClr val="1C1C1A"/>
                </a:solidFill>
                <a:latin typeface="Arial"/>
                <a:ea typeface="Arial"/>
                <a:cs typeface="Arial"/>
              </a:defRPr>
            </a:lvl4pPr>
            <a:lvl5pPr>
              <a:defRPr sz="2025" b="0">
                <a:solidFill>
                  <a:srgbClr val="1C1C1A"/>
                </a:solidFill>
                <a:latin typeface="Arial"/>
                <a:ea typeface="Arial"/>
                <a:cs typeface="Arial"/>
              </a:defRPr>
            </a:lvl5pPr>
            <a:lvl6pPr>
              <a:defRPr sz="2025" b="0">
                <a:solidFill>
                  <a:srgbClr val="1C1C1A"/>
                </a:solidFill>
                <a:latin typeface="Arial"/>
                <a:ea typeface="Arial"/>
                <a:cs typeface="Arial"/>
              </a:defRPr>
            </a:lvl6pPr>
            <a:lvl7pPr>
              <a:defRPr sz="2025" b="0">
                <a:solidFill>
                  <a:srgbClr val="1C1C1A"/>
                </a:solidFill>
                <a:latin typeface="Arial"/>
                <a:ea typeface="Arial"/>
                <a:cs typeface="Arial"/>
              </a:defRPr>
            </a:lvl7pPr>
            <a:lvl8pPr>
              <a:defRPr sz="2025" b="0">
                <a:solidFill>
                  <a:srgbClr val="1C1C1A"/>
                </a:solidFill>
                <a:latin typeface="Arial"/>
                <a:ea typeface="Arial"/>
                <a:cs typeface="Arial"/>
              </a:defRPr>
            </a:lvl8pPr>
            <a:lvl9pPr>
              <a:defRPr sz="2025" b="0">
                <a:solidFill>
                  <a:srgbClr val="1C1C1A"/>
                </a:solidFill>
                <a:latin typeface="Arial"/>
                <a:ea typeface="Arial"/>
                <a:cs typeface="Arial"/>
              </a:defRPr>
            </a:lvl9pPr>
          </a:lstStyle>
          <a:p xmlns:a="http://schemas.openxmlformats.org/drawingml/2006/main">
            <a:pPr>
              <a:defRPr sz="2025" b="0">
                <a:solidFill>
                  <a:srgbClr val="1C1C1A"/>
                </a:solidFill>
                <a:latin typeface="Arial"/>
                <a:ea typeface="Arial"/>
                <a:cs typeface="Arial"/>
              </a:defRPr>
            </a:pPr>
            <a:r>
              <a:rPr sz="2025" b="0">
                <a:solidFill>
                  <a:srgbClr val="1C1C1A"/>
                </a:solidFill>
                <a:latin typeface="Arial"/>
                <a:ea typeface="Arial"/>
                <a:cs typeface="Arial"/>
              </a:rPr>
              <a:t>frontend tests passed</a:t>
            </a:r>
          </a:p>
        </p:txBody>
      </p:sp>
      <p:graphicFrame>
        <p:nvGraphicFramePr>
          <p:cNvPr id="8" name="">
            <a:extLst xmlns:a="http://schemas.openxmlformats.org/drawingml/2006/main">
              <a:ext uri="{FF2B5EF4-FFF2-40B4-BE49-F238E27FC236}">
                <a16:creationId xmlns:a16="http://schemas.microsoft.com/office/drawing/2014/main" id="{9AE24BB2-BDBC-4EFA-A067-8992FA0228F4}"/>
              </a:ext>
            </a:extLst>
          </p:cNvPr>
          <p:cNvGraphicFramePr/>
          <p:nvPr/>
        </p:nvGraphicFramePr>
        <p:xfrm>
          <a:off xmlns:a="http://schemas.openxmlformats.org/drawingml/2006/main" x="609600" y="3314700"/>
          <a:ext xmlns:a="http://schemas.openxmlformats.org/drawingml/2006/main" cx="10972800" cy="2324100"/>
        </p:xfrm>
        <a:graphic xmlns:a="http://schemas.openxmlformats.org/drawingml/2006/main">
          <a:graphicData uri="http://schemas.openxmlformats.org/drawingml/2006/table">
            <a:tbl>
              <a:tblPr/>
              <a:tblGrid>
                <a:gridCol w="6572250"/>
                <a:gridCol w="4400550"/>
              </a:tblGrid>
              <a:tr h="581025">
                <a:tc>
                  <a:txBody>
                    <a:bodyPr lIns="114300" tIns="114300" rIns="114300" bIns="114300"/>
                    <a:lstStyle/>
                    <a:p>
                      <a:r>
                        <a:rPr sz="1725" b="1">
                          <a:solidFill>
                            <a:srgbClr val="1C1C1A"/>
                          </a:solidFill>
                          <a:latin typeface="Arial"/>
                          <a:ea typeface="Arial"/>
                          <a:cs typeface="Arial"/>
                        </a:rPr>
                        <a:t>Recorded check</a:t>
                      </a:r>
                    </a:p>
                  </a:txBody>
                  <a:tcPr marL="91440" marR="91440" marT="45720" marB="45720" anchor="ctr">
                    <a:lnL w="5715">
                      <a:solidFill>
                        <a:srgbClr val="C7C4BC"/>
                      </a:solidFill>
                      <a:prstDash val="solid"/>
                    </a:lnL>
                    <a:lnR w="5715">
                      <a:solidFill>
                        <a:srgbClr val="C7C4BC"/>
                      </a:solidFill>
                      <a:prstDash val="solid"/>
                    </a:lnR>
                    <a:lnT w="5715">
                      <a:solidFill>
                        <a:srgbClr val="C7C4BC"/>
                      </a:solidFill>
                      <a:prstDash val="solid"/>
                    </a:lnT>
                    <a:lnB w="5715">
                      <a:solidFill>
                        <a:srgbClr val="C7C4BC"/>
                      </a:solidFill>
                      <a:prstDash val="solid"/>
                    </a:lnB>
                    <a:solidFill>
                      <a:srgbClr val="E5E2D9"/>
                    </a:solidFill>
                  </a:tcPr>
                </a:tc>
                <a:tc>
                  <a:txBody>
                    <a:bodyPr lIns="114300" tIns="114300" rIns="114300" bIns="114300"/>
                    <a:lstStyle/>
                    <a:p>
                      <a:r>
                        <a:rPr sz="1725" b="1">
                          <a:solidFill>
                            <a:srgbClr val="1C1C1A"/>
                          </a:solidFill>
                          <a:latin typeface="Arial"/>
                          <a:ea typeface="Arial"/>
                          <a:cs typeface="Arial"/>
                        </a:rPr>
                        <a:t>Outcome</a:t>
                      </a:r>
                    </a:p>
                  </a:txBody>
                  <a:tcPr marL="91440" marR="91440" marT="45720" marB="45720" anchor="ctr">
                    <a:lnR w="5715">
                      <a:solidFill>
                        <a:srgbClr val="C7C4BC"/>
                      </a:solidFill>
                      <a:prstDash val="solid"/>
                    </a:lnR>
                    <a:lnT w="5715">
                      <a:solidFill>
                        <a:srgbClr val="C7C4BC"/>
                      </a:solidFill>
                      <a:prstDash val="solid"/>
                    </a:lnT>
                    <a:lnB w="5715">
                      <a:solidFill>
                        <a:srgbClr val="C7C4BC"/>
                      </a:solidFill>
                      <a:prstDash val="solid"/>
                    </a:lnB>
                    <a:solidFill>
                      <a:srgbClr val="E5E2D9"/>
                    </a:solidFill>
                  </a:tcPr>
                </a:tc>
              </a:tr>
              <a:tr h="581025">
                <a:tc>
                  <a:txBody>
                    <a:bodyPr lIns="114300" tIns="114300" rIns="114300" bIns="114300"/>
                    <a:lstStyle/>
                    <a:p>
                      <a:r>
                        <a:rPr sz="1725" b="0">
                          <a:solidFill>
                            <a:srgbClr val="1C1C1A"/>
                          </a:solidFill>
                          <a:latin typeface="Arial"/>
                          <a:ea typeface="Arial"/>
                          <a:cs typeface="Arial"/>
                        </a:rPr>
                        <a:t>Backend and frontend coverage gates</a:t>
                      </a:r>
                    </a:p>
                  </a:txBody>
                  <a:tcPr marL="91440" marR="91440" marT="45720" marB="45720" anchor="ctr">
                    <a:lnL w="5715">
                      <a:solidFill>
                        <a:srgbClr val="C7C4BC"/>
                      </a:solidFill>
                      <a:prstDash val="solid"/>
                    </a:lnL>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725" b="0">
                          <a:solidFill>
                            <a:srgbClr val="1C1C1A"/>
                          </a:solidFill>
                          <a:latin typeface="Arial"/>
                          <a:ea typeface="Arial"/>
                          <a:cs typeface="Arial"/>
                        </a:rPr>
                        <a:t>100% across configured measures</a:t>
                      </a:r>
                    </a:p>
                  </a:txBody>
                  <a:tcPr marL="91440" marR="91440" marT="45720" marB="45720" anchor="ctr">
                    <a:lnR w="5715">
                      <a:solidFill>
                        <a:srgbClr val="C7C4BC"/>
                      </a:solidFill>
                      <a:prstDash val="solid"/>
                    </a:lnR>
                    <a:lnB w="5715">
                      <a:solidFill>
                        <a:srgbClr val="C7C4BC"/>
                      </a:solidFill>
                      <a:prstDash val="solid"/>
                    </a:lnB>
                    <a:solidFill>
                      <a:srgbClr val="F6F4EE"/>
                    </a:solidFill>
                  </a:tcPr>
                </a:tc>
              </a:tr>
              <a:tr h="581025">
                <a:tc>
                  <a:txBody>
                    <a:bodyPr lIns="114300" tIns="114300" rIns="114300" bIns="114300"/>
                    <a:lstStyle/>
                    <a:p>
                      <a:r>
                        <a:rPr sz="1725" b="0">
                          <a:solidFill>
                            <a:srgbClr val="1C1C1A"/>
                          </a:solidFill>
                          <a:latin typeface="Arial"/>
                          <a:ea typeface="Arial"/>
                          <a:cs typeface="Arial"/>
                        </a:rPr>
                        <a:t>Lint, formatting, types and production builds</a:t>
                      </a:r>
                    </a:p>
                  </a:txBody>
                  <a:tcPr marL="91440" marR="91440" marT="45720" marB="45720" anchor="ctr">
                    <a:lnL w="5715">
                      <a:solidFill>
                        <a:srgbClr val="C7C4BC"/>
                      </a:solidFill>
                      <a:prstDash val="solid"/>
                    </a:lnL>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725" b="0">
                          <a:solidFill>
                            <a:srgbClr val="1C1C1A"/>
                          </a:solidFill>
                          <a:latin typeface="Arial"/>
                          <a:ea typeface="Arial"/>
                          <a:cs typeface="Arial"/>
                        </a:rPr>
                        <a:t>Passed</a:t>
                      </a:r>
                    </a:p>
                  </a:txBody>
                  <a:tcPr marL="91440" marR="91440" marT="45720" marB="45720" anchor="ctr">
                    <a:lnR w="5715">
                      <a:solidFill>
                        <a:srgbClr val="C7C4BC"/>
                      </a:solidFill>
                      <a:prstDash val="solid"/>
                    </a:lnR>
                    <a:lnB w="5715">
                      <a:solidFill>
                        <a:srgbClr val="C7C4BC"/>
                      </a:solidFill>
                      <a:prstDash val="solid"/>
                    </a:lnB>
                    <a:solidFill>
                      <a:srgbClr val="F6F4EE"/>
                    </a:solidFill>
                  </a:tcPr>
                </a:tc>
              </a:tr>
              <a:tr h="581025">
                <a:tc>
                  <a:txBody>
                    <a:bodyPr lIns="114300" tIns="114300" rIns="114300" bIns="114300"/>
                    <a:lstStyle/>
                    <a:p>
                      <a:r>
                        <a:rPr sz="1725" b="0">
                          <a:solidFill>
                            <a:srgbClr val="1C1C1A"/>
                          </a:solidFill>
                          <a:latin typeface="Arial"/>
                          <a:ea typeface="Arial"/>
                          <a:cs typeface="Arial"/>
                        </a:rPr>
                        <a:t>Chromium replay, intake, correction and audit</a:t>
                      </a:r>
                    </a:p>
                  </a:txBody>
                  <a:tcPr marL="91440" marR="91440" marT="45720" marB="45720" anchor="ctr">
                    <a:lnL w="5715">
                      <a:solidFill>
                        <a:srgbClr val="C7C4BC"/>
                      </a:solidFill>
                      <a:prstDash val="solid"/>
                    </a:lnL>
                    <a:lnR w="5715">
                      <a:solidFill>
                        <a:srgbClr val="C7C4BC"/>
                      </a:solidFill>
                      <a:prstDash val="solid"/>
                    </a:lnR>
                    <a:lnB w="5715">
                      <a:solidFill>
                        <a:srgbClr val="C7C4BC"/>
                      </a:solidFill>
                      <a:prstDash val="solid"/>
                    </a:lnB>
                    <a:solidFill>
                      <a:srgbClr val="F6F4EE"/>
                    </a:solidFill>
                  </a:tcPr>
                </a:tc>
                <a:tc>
                  <a:txBody>
                    <a:bodyPr lIns="114300" tIns="114300" rIns="114300" bIns="114300"/>
                    <a:lstStyle/>
                    <a:p>
                      <a:r>
                        <a:rPr sz="1725" b="0">
                          <a:solidFill>
                            <a:srgbClr val="1C1C1A"/>
                          </a:solidFill>
                          <a:latin typeface="Arial"/>
                          <a:ea typeface="Arial"/>
                          <a:cs typeface="Arial"/>
                        </a:rPr>
                        <a:t>Passed with no uncaught browser errors</a:t>
                      </a:r>
                    </a:p>
                  </a:txBody>
                  <a:tcPr marL="91440" marR="91440" marT="45720" marB="45720" anchor="ctr">
                    <a:lnR w="5715">
                      <a:solidFill>
                        <a:srgbClr val="C7C4BC"/>
                      </a:solidFill>
                      <a:prstDash val="solid"/>
                    </a:lnR>
                    <a:lnB w="5715">
                      <a:solidFill>
                        <a:srgbClr val="C7C4BC"/>
                      </a:solidFill>
                      <a:prstDash val="solid"/>
                    </a:lnB>
                    <a:solidFill>
                      <a:srgbClr val="F6F4EE"/>
                    </a:solidFill>
                  </a:tcPr>
                </a:tc>
              </a:tr>
            </a:tbl>
          </a:graphicData>
        </a:graphic>
      </p:graphicFrame>
      <p:sp>
        <p:nvSpPr>
          <p:cNvPr id="9" name="Tests exercise stale edits, event isolation, ">
            <a:extLst xmlns:a="http://schemas.openxmlformats.org/drawingml/2006/main">
              <a:ext uri="{FF2B5EF4-FFF2-40B4-BE49-F238E27FC236}">
                <a16:creationId xmlns:a16="http://schemas.microsoft.com/office/drawing/2014/main" id="{159F8C94-743E-4403-99DF-05D8B9AA7D9F}"/>
              </a:ext>
            </a:extLst>
          </p:cNvPr>
          <p:cNvSpPr>
            <a:spLocks xmlns:a="http://schemas.openxmlformats.org/drawingml/2006/main" noGrp="1"/>
          </p:cNvSpPr>
          <p:nvPr/>
        </p:nvSpPr>
        <p:spPr>
          <a:xfrm xmlns:a="http://schemas.openxmlformats.org/drawingml/2006/main">
            <a:off x="609600" y="59245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B5A54"/>
                </a:solidFill>
                <a:latin typeface="Arial"/>
                <a:ea typeface="Arial"/>
                <a:cs typeface="Arial"/>
              </a:defRPr>
            </a:defPPr>
            <a:lvl1pPr>
              <a:defRPr sz="1650" b="0">
                <a:solidFill>
                  <a:srgbClr val="5B5A54"/>
                </a:solidFill>
                <a:latin typeface="Arial"/>
                <a:ea typeface="Arial"/>
                <a:cs typeface="Arial"/>
              </a:defRPr>
            </a:lvl1pPr>
            <a:lvl2pPr>
              <a:defRPr sz="1650" b="0">
                <a:solidFill>
                  <a:srgbClr val="5B5A54"/>
                </a:solidFill>
                <a:latin typeface="Arial"/>
                <a:ea typeface="Arial"/>
                <a:cs typeface="Arial"/>
              </a:defRPr>
            </a:lvl2pPr>
            <a:lvl3pPr>
              <a:defRPr sz="1650" b="0">
                <a:solidFill>
                  <a:srgbClr val="5B5A54"/>
                </a:solidFill>
                <a:latin typeface="Arial"/>
                <a:ea typeface="Arial"/>
                <a:cs typeface="Arial"/>
              </a:defRPr>
            </a:lvl3pPr>
            <a:lvl4pPr>
              <a:defRPr sz="1650" b="0">
                <a:solidFill>
                  <a:srgbClr val="5B5A54"/>
                </a:solidFill>
                <a:latin typeface="Arial"/>
                <a:ea typeface="Arial"/>
                <a:cs typeface="Arial"/>
              </a:defRPr>
            </a:lvl4pPr>
            <a:lvl5pPr>
              <a:defRPr sz="1650" b="0">
                <a:solidFill>
                  <a:srgbClr val="5B5A54"/>
                </a:solidFill>
                <a:latin typeface="Arial"/>
                <a:ea typeface="Arial"/>
                <a:cs typeface="Arial"/>
              </a:defRPr>
            </a:lvl5pPr>
            <a:lvl6pPr>
              <a:defRPr sz="1650" b="0">
                <a:solidFill>
                  <a:srgbClr val="5B5A54"/>
                </a:solidFill>
                <a:latin typeface="Arial"/>
                <a:ea typeface="Arial"/>
                <a:cs typeface="Arial"/>
              </a:defRPr>
            </a:lvl6pPr>
            <a:lvl7pPr>
              <a:defRPr sz="1650" b="0">
                <a:solidFill>
                  <a:srgbClr val="5B5A54"/>
                </a:solidFill>
                <a:latin typeface="Arial"/>
                <a:ea typeface="Arial"/>
                <a:cs typeface="Arial"/>
              </a:defRPr>
            </a:lvl7pPr>
            <a:lvl8pPr>
              <a:defRPr sz="1650" b="0">
                <a:solidFill>
                  <a:srgbClr val="5B5A54"/>
                </a:solidFill>
                <a:latin typeface="Arial"/>
                <a:ea typeface="Arial"/>
                <a:cs typeface="Arial"/>
              </a:defRPr>
            </a:lvl8pPr>
            <a:lvl9pPr>
              <a:defRPr sz="1650" b="0">
                <a:solidFill>
                  <a:srgbClr val="5B5A54"/>
                </a:solidFill>
                <a:latin typeface="Arial"/>
                <a:ea typeface="Arial"/>
                <a:cs typeface="Arial"/>
              </a:defRPr>
            </a:lvl9pPr>
          </a:lstStyle>
          <a:p xmlns:a="http://schemas.openxmlformats.org/drawingml/2006/main">
            <a:pPr>
              <a:defRPr sz="1650" b="0">
                <a:solidFill>
                  <a:srgbClr val="5B5A54"/>
                </a:solidFill>
                <a:latin typeface="Arial"/>
                <a:ea typeface="Arial"/>
                <a:cs typeface="Arial"/>
              </a:defRPr>
            </a:pPr>
            <a:r>
              <a:rPr sz="1650" b="0">
                <a:solidFill>
                  <a:srgbClr val="5B5A54"/>
                </a:solidFill>
                <a:latin typeface="Arial"/>
                <a:ea typeface="Arial"/>
                <a:cs typeface="Arial"/>
              </a:rPr>
              <a:t>Tests exercise stale edits, event isolation, model failure and correction flows.</a:t>
            </a:r>
          </a:p>
        </p:txBody>
      </p:sp>
    </p:spTree>
    <p:extLst>
      <p:ext uri="{BB962C8B-B14F-4D97-AF65-F5344CB8AC3E}">
        <p14:creationId xmlns:p14="http://schemas.microsoft.com/office/powerpoint/2010/main" val="1543631558"/>
      </p:ext>
    </p:extLst>
  </p:cSld>
</p:sld>
</file>

<file path=ppt/slides/slide1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 name="Current limits and next work">
            <a:extLst xmlns:a="http://schemas.openxmlformats.org/drawingml/2006/main">
              <a:ext uri="{FF2B5EF4-FFF2-40B4-BE49-F238E27FC236}">
                <a16:creationId xmlns:a16="http://schemas.microsoft.com/office/drawing/2014/main" id="{9492F966-D0F8-4709-B39E-4995A3F54520}"/>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C1C1A"/>
                </a:solidFill>
                <a:latin typeface="Arial"/>
                <a:ea typeface="Arial"/>
                <a:cs typeface="Arial"/>
              </a:defRPr>
            </a:defPPr>
            <a:lvl1pPr>
              <a:defRPr sz="3300" b="1">
                <a:solidFill>
                  <a:srgbClr val="1C1C1A"/>
                </a:solidFill>
                <a:latin typeface="Arial"/>
                <a:ea typeface="Arial"/>
                <a:cs typeface="Arial"/>
              </a:defRPr>
            </a:lvl1pPr>
            <a:lvl2pPr>
              <a:defRPr sz="3300" b="1">
                <a:solidFill>
                  <a:srgbClr val="1C1C1A"/>
                </a:solidFill>
                <a:latin typeface="Arial"/>
                <a:ea typeface="Arial"/>
                <a:cs typeface="Arial"/>
              </a:defRPr>
            </a:lvl2pPr>
            <a:lvl3pPr>
              <a:defRPr sz="3300" b="1">
                <a:solidFill>
                  <a:srgbClr val="1C1C1A"/>
                </a:solidFill>
                <a:latin typeface="Arial"/>
                <a:ea typeface="Arial"/>
                <a:cs typeface="Arial"/>
              </a:defRPr>
            </a:lvl3pPr>
            <a:lvl4pPr>
              <a:defRPr sz="3300" b="1">
                <a:solidFill>
                  <a:srgbClr val="1C1C1A"/>
                </a:solidFill>
                <a:latin typeface="Arial"/>
                <a:ea typeface="Arial"/>
                <a:cs typeface="Arial"/>
              </a:defRPr>
            </a:lvl4pPr>
            <a:lvl5pPr>
              <a:defRPr sz="3300" b="1">
                <a:solidFill>
                  <a:srgbClr val="1C1C1A"/>
                </a:solidFill>
                <a:latin typeface="Arial"/>
                <a:ea typeface="Arial"/>
                <a:cs typeface="Arial"/>
              </a:defRPr>
            </a:lvl5pPr>
            <a:lvl6pPr>
              <a:defRPr sz="3300" b="1">
                <a:solidFill>
                  <a:srgbClr val="1C1C1A"/>
                </a:solidFill>
                <a:latin typeface="Arial"/>
                <a:ea typeface="Arial"/>
                <a:cs typeface="Arial"/>
              </a:defRPr>
            </a:lvl6pPr>
            <a:lvl7pPr>
              <a:defRPr sz="3300" b="1">
                <a:solidFill>
                  <a:srgbClr val="1C1C1A"/>
                </a:solidFill>
                <a:latin typeface="Arial"/>
                <a:ea typeface="Arial"/>
                <a:cs typeface="Arial"/>
              </a:defRPr>
            </a:lvl7pPr>
            <a:lvl8pPr>
              <a:defRPr sz="3300" b="1">
                <a:solidFill>
                  <a:srgbClr val="1C1C1A"/>
                </a:solidFill>
                <a:latin typeface="Arial"/>
                <a:ea typeface="Arial"/>
                <a:cs typeface="Arial"/>
              </a:defRPr>
            </a:lvl8pPr>
            <a:lvl9pPr>
              <a:defRPr sz="3300" b="1">
                <a:solidFill>
                  <a:srgbClr val="1C1C1A"/>
                </a:solidFill>
                <a:latin typeface="Arial"/>
                <a:ea typeface="Arial"/>
                <a:cs typeface="Arial"/>
              </a:defRPr>
            </a:lvl9pPr>
          </a:lstStyle>
          <a:p xmlns:a="http://schemas.openxmlformats.org/drawingml/2006/main">
            <a:pPr>
              <a:defRPr sz="3300" b="1">
                <a:solidFill>
                  <a:srgbClr val="1C1C1A"/>
                </a:solidFill>
                <a:latin typeface="Arial"/>
                <a:ea typeface="Arial"/>
                <a:cs typeface="Arial"/>
              </a:defRPr>
            </a:pPr>
            <a:r>
              <a:rPr sz="3300" b="1">
                <a:solidFill>
                  <a:srgbClr val="1C1C1A"/>
                </a:solidFill>
                <a:latin typeface="Arial"/>
                <a:ea typeface="Arial"/>
                <a:cs typeface="Arial"/>
              </a:rPr>
              <a:t>Current limits and next work</a:t>
            </a:r>
          </a:p>
        </p:txBody>
      </p:sp>
      <p:sp>
        <p:nvSpPr>
          <p:cNvPr id="3" name="12">
            <a:extLst xmlns:a="http://schemas.openxmlformats.org/drawingml/2006/main">
              <a:ext uri="{FF2B5EF4-FFF2-40B4-BE49-F238E27FC236}">
                <a16:creationId xmlns:a16="http://schemas.microsoft.com/office/drawing/2014/main" id="{FA0862A5-3BBC-4B56-8798-DDFD0C209F59}"/>
              </a:ext>
            </a:extLst>
          </p:cNvPr>
          <p:cNvSpPr>
            <a:spLocks xmlns:a="http://schemas.openxmlformats.org/drawingml/2006/main" noGrp="1"/>
          </p:cNvSpPr>
          <p:nvPr/>
        </p:nvSpPr>
        <p:spPr>
          <a:xfrm xmlns:a="http://schemas.openxmlformats.org/drawingml/2006/main">
            <a:off x="11049000" y="63627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B5A54"/>
                </a:solidFill>
                <a:latin typeface="Arial"/>
                <a:ea typeface="Arial"/>
                <a:cs typeface="Arial"/>
              </a:defRPr>
            </a:defPPr>
            <a:lvl1pPr algn="r">
              <a:defRPr sz="1350" b="0">
                <a:solidFill>
                  <a:srgbClr val="5B5A54"/>
                </a:solidFill>
                <a:latin typeface="Arial"/>
                <a:ea typeface="Arial"/>
                <a:cs typeface="Arial"/>
              </a:defRPr>
            </a:lvl1pPr>
            <a:lvl2pPr algn="r">
              <a:defRPr sz="1350" b="0">
                <a:solidFill>
                  <a:srgbClr val="5B5A54"/>
                </a:solidFill>
                <a:latin typeface="Arial"/>
                <a:ea typeface="Arial"/>
                <a:cs typeface="Arial"/>
              </a:defRPr>
            </a:lvl2pPr>
            <a:lvl3pPr algn="r">
              <a:defRPr sz="1350" b="0">
                <a:solidFill>
                  <a:srgbClr val="5B5A54"/>
                </a:solidFill>
                <a:latin typeface="Arial"/>
                <a:ea typeface="Arial"/>
                <a:cs typeface="Arial"/>
              </a:defRPr>
            </a:lvl3pPr>
            <a:lvl4pPr algn="r">
              <a:defRPr sz="1350" b="0">
                <a:solidFill>
                  <a:srgbClr val="5B5A54"/>
                </a:solidFill>
                <a:latin typeface="Arial"/>
                <a:ea typeface="Arial"/>
                <a:cs typeface="Arial"/>
              </a:defRPr>
            </a:lvl4pPr>
            <a:lvl5pPr algn="r">
              <a:defRPr sz="1350" b="0">
                <a:solidFill>
                  <a:srgbClr val="5B5A54"/>
                </a:solidFill>
                <a:latin typeface="Arial"/>
                <a:ea typeface="Arial"/>
                <a:cs typeface="Arial"/>
              </a:defRPr>
            </a:lvl5pPr>
            <a:lvl6pPr algn="r">
              <a:defRPr sz="1350" b="0">
                <a:solidFill>
                  <a:srgbClr val="5B5A54"/>
                </a:solidFill>
                <a:latin typeface="Arial"/>
                <a:ea typeface="Arial"/>
                <a:cs typeface="Arial"/>
              </a:defRPr>
            </a:lvl6pPr>
            <a:lvl7pPr algn="r">
              <a:defRPr sz="1350" b="0">
                <a:solidFill>
                  <a:srgbClr val="5B5A54"/>
                </a:solidFill>
                <a:latin typeface="Arial"/>
                <a:ea typeface="Arial"/>
                <a:cs typeface="Arial"/>
              </a:defRPr>
            </a:lvl7pPr>
            <a:lvl8pPr algn="r">
              <a:defRPr sz="1350" b="0">
                <a:solidFill>
                  <a:srgbClr val="5B5A54"/>
                </a:solidFill>
                <a:latin typeface="Arial"/>
                <a:ea typeface="Arial"/>
                <a:cs typeface="Arial"/>
              </a:defRPr>
            </a:lvl8pPr>
            <a:lvl9pPr algn="r">
              <a:defRPr sz="1350" b="0">
                <a:solidFill>
                  <a:srgbClr val="5B5A54"/>
                </a:solidFill>
                <a:latin typeface="Arial"/>
                <a:ea typeface="Arial"/>
                <a:cs typeface="Arial"/>
              </a:defRPr>
            </a:lvl9pPr>
          </a:lstStyle>
          <a:p xmlns:a="http://schemas.openxmlformats.org/drawingml/2006/main">
            <a:pPr algn="r">
              <a:defRPr sz="1350" b="0">
                <a:solidFill>
                  <a:srgbClr val="5B5A54"/>
                </a:solidFill>
                <a:latin typeface="Arial"/>
                <a:ea typeface="Arial"/>
                <a:cs typeface="Arial"/>
              </a:defRPr>
            </a:pPr>
            <a:r>
              <a:rPr sz="1350" b="0">
                <a:solidFill>
                  <a:srgbClr val="5B5A54"/>
                </a:solidFill>
                <a:latin typeface="Arial"/>
                <a:ea typeface="Arial"/>
                <a:cs typeface="Arial"/>
              </a:rPr>
              <a:t>12</a:t>
            </a:r>
          </a:p>
        </p:txBody>
      </p:sp>
      <p:sp>
        <p:nvSpPr>
          <p:cNvPr id="4" name="Matching">
            <a:extLst xmlns:a="http://schemas.openxmlformats.org/drawingml/2006/main">
              <a:ext uri="{FF2B5EF4-FFF2-40B4-BE49-F238E27FC236}">
                <a16:creationId xmlns:a16="http://schemas.microsoft.com/office/drawing/2014/main" id="{8EF8E928-F679-4AD3-AD9C-826001871A3B}"/>
              </a:ext>
            </a:extLst>
          </p:cNvPr>
          <p:cNvSpPr>
            <a:spLocks xmlns:a="http://schemas.openxmlformats.org/drawingml/2006/main" noGrp="1"/>
          </p:cNvSpPr>
          <p:nvPr/>
        </p:nvSpPr>
        <p:spPr>
          <a:xfrm xmlns:a="http://schemas.openxmlformats.org/drawingml/2006/main">
            <a:off x="609600" y="1571625"/>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C1C1A"/>
                </a:solidFill>
                <a:latin typeface="Arial"/>
                <a:ea typeface="Arial"/>
                <a:cs typeface="Arial"/>
              </a:defRPr>
            </a:defPPr>
            <a:lvl1pPr>
              <a:defRPr sz="2250" b="1">
                <a:solidFill>
                  <a:srgbClr val="1C1C1A"/>
                </a:solidFill>
                <a:latin typeface="Arial"/>
                <a:ea typeface="Arial"/>
                <a:cs typeface="Arial"/>
              </a:defRPr>
            </a:lvl1pPr>
            <a:lvl2pPr>
              <a:defRPr sz="2250" b="1">
                <a:solidFill>
                  <a:srgbClr val="1C1C1A"/>
                </a:solidFill>
                <a:latin typeface="Arial"/>
                <a:ea typeface="Arial"/>
                <a:cs typeface="Arial"/>
              </a:defRPr>
            </a:lvl2pPr>
            <a:lvl3pPr>
              <a:defRPr sz="2250" b="1">
                <a:solidFill>
                  <a:srgbClr val="1C1C1A"/>
                </a:solidFill>
                <a:latin typeface="Arial"/>
                <a:ea typeface="Arial"/>
                <a:cs typeface="Arial"/>
              </a:defRPr>
            </a:lvl3pPr>
            <a:lvl4pPr>
              <a:defRPr sz="2250" b="1">
                <a:solidFill>
                  <a:srgbClr val="1C1C1A"/>
                </a:solidFill>
                <a:latin typeface="Arial"/>
                <a:ea typeface="Arial"/>
                <a:cs typeface="Arial"/>
              </a:defRPr>
            </a:lvl4pPr>
            <a:lvl5pPr>
              <a:defRPr sz="2250" b="1">
                <a:solidFill>
                  <a:srgbClr val="1C1C1A"/>
                </a:solidFill>
                <a:latin typeface="Arial"/>
                <a:ea typeface="Arial"/>
                <a:cs typeface="Arial"/>
              </a:defRPr>
            </a:lvl5pPr>
            <a:lvl6pPr>
              <a:defRPr sz="2250" b="1">
                <a:solidFill>
                  <a:srgbClr val="1C1C1A"/>
                </a:solidFill>
                <a:latin typeface="Arial"/>
                <a:ea typeface="Arial"/>
                <a:cs typeface="Arial"/>
              </a:defRPr>
            </a:lvl6pPr>
            <a:lvl7pPr>
              <a:defRPr sz="2250" b="1">
                <a:solidFill>
                  <a:srgbClr val="1C1C1A"/>
                </a:solidFill>
                <a:latin typeface="Arial"/>
                <a:ea typeface="Arial"/>
                <a:cs typeface="Arial"/>
              </a:defRPr>
            </a:lvl7pPr>
            <a:lvl8pPr>
              <a:defRPr sz="2250" b="1">
                <a:solidFill>
                  <a:srgbClr val="1C1C1A"/>
                </a:solidFill>
                <a:latin typeface="Arial"/>
                <a:ea typeface="Arial"/>
                <a:cs typeface="Arial"/>
              </a:defRPr>
            </a:lvl8pPr>
            <a:lvl9pPr>
              <a:defRPr sz="2250" b="1">
                <a:solidFill>
                  <a:srgbClr val="1C1C1A"/>
                </a:solidFill>
                <a:latin typeface="Arial"/>
                <a:ea typeface="Arial"/>
                <a:cs typeface="Arial"/>
              </a:defRPr>
            </a:lvl9pPr>
          </a:lstStyle>
          <a:p xmlns:a="http://schemas.openxmlformats.org/drawingml/2006/main">
            <a:pPr>
              <a:defRPr sz="2250" b="1">
                <a:solidFill>
                  <a:srgbClr val="1C1C1A"/>
                </a:solidFill>
                <a:latin typeface="Arial"/>
                <a:ea typeface="Arial"/>
                <a:cs typeface="Arial"/>
              </a:defRPr>
            </a:pPr>
            <a:r>
              <a:rPr sz="2250" b="1">
                <a:solidFill>
                  <a:srgbClr val="1C1C1A"/>
                </a:solidFill>
                <a:latin typeface="Arial"/>
                <a:ea typeface="Arial"/>
                <a:cs typeface="Arial"/>
              </a:rPr>
              <a:t>Matching</a:t>
            </a:r>
          </a:p>
        </p:txBody>
      </p:sp>
      <p:sp>
        <p:nvSpPr>
          <p:cNvPr id="5" name="Lexical overlap and narrow English rules limi">
            <a:extLst xmlns:a="http://schemas.openxmlformats.org/drawingml/2006/main">
              <a:ext uri="{FF2B5EF4-FFF2-40B4-BE49-F238E27FC236}">
                <a16:creationId xmlns:a16="http://schemas.microsoft.com/office/drawing/2014/main" id="{54B07717-82AC-4054-8AF1-F3A078DDC2CB}"/>
              </a:ext>
            </a:extLst>
          </p:cNvPr>
          <p:cNvSpPr>
            <a:spLocks xmlns:a="http://schemas.openxmlformats.org/drawingml/2006/main" noGrp="1"/>
          </p:cNvSpPr>
          <p:nvPr/>
        </p:nvSpPr>
        <p:spPr>
          <a:xfrm xmlns:a="http://schemas.openxmlformats.org/drawingml/2006/main">
            <a:off x="3429000" y="1571625"/>
            <a:ext cx="8001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C1C1A"/>
                </a:solidFill>
                <a:latin typeface="Arial"/>
                <a:ea typeface="Arial"/>
                <a:cs typeface="Arial"/>
              </a:defRPr>
            </a:defPPr>
            <a:lvl1pPr>
              <a:defRPr sz="2100" b="0">
                <a:solidFill>
                  <a:srgbClr val="1C1C1A"/>
                </a:solidFill>
                <a:latin typeface="Arial"/>
                <a:ea typeface="Arial"/>
                <a:cs typeface="Arial"/>
              </a:defRPr>
            </a:lvl1pPr>
            <a:lvl2pPr>
              <a:defRPr sz="2100" b="0">
                <a:solidFill>
                  <a:srgbClr val="1C1C1A"/>
                </a:solidFill>
                <a:latin typeface="Arial"/>
                <a:ea typeface="Arial"/>
                <a:cs typeface="Arial"/>
              </a:defRPr>
            </a:lvl2pPr>
            <a:lvl3pPr>
              <a:defRPr sz="2100" b="0">
                <a:solidFill>
                  <a:srgbClr val="1C1C1A"/>
                </a:solidFill>
                <a:latin typeface="Arial"/>
                <a:ea typeface="Arial"/>
                <a:cs typeface="Arial"/>
              </a:defRPr>
            </a:lvl3pPr>
            <a:lvl4pPr>
              <a:defRPr sz="2100" b="0">
                <a:solidFill>
                  <a:srgbClr val="1C1C1A"/>
                </a:solidFill>
                <a:latin typeface="Arial"/>
                <a:ea typeface="Arial"/>
                <a:cs typeface="Arial"/>
              </a:defRPr>
            </a:lvl4pPr>
            <a:lvl5pPr>
              <a:defRPr sz="2100" b="0">
                <a:solidFill>
                  <a:srgbClr val="1C1C1A"/>
                </a:solidFill>
                <a:latin typeface="Arial"/>
                <a:ea typeface="Arial"/>
                <a:cs typeface="Arial"/>
              </a:defRPr>
            </a:lvl5pPr>
            <a:lvl6pPr>
              <a:defRPr sz="2100" b="0">
                <a:solidFill>
                  <a:srgbClr val="1C1C1A"/>
                </a:solidFill>
                <a:latin typeface="Arial"/>
                <a:ea typeface="Arial"/>
                <a:cs typeface="Arial"/>
              </a:defRPr>
            </a:lvl6pPr>
            <a:lvl7pPr>
              <a:defRPr sz="2100" b="0">
                <a:solidFill>
                  <a:srgbClr val="1C1C1A"/>
                </a:solidFill>
                <a:latin typeface="Arial"/>
                <a:ea typeface="Arial"/>
                <a:cs typeface="Arial"/>
              </a:defRPr>
            </a:lvl7pPr>
            <a:lvl8pPr>
              <a:defRPr sz="2100" b="0">
                <a:solidFill>
                  <a:srgbClr val="1C1C1A"/>
                </a:solidFill>
                <a:latin typeface="Arial"/>
                <a:ea typeface="Arial"/>
                <a:cs typeface="Arial"/>
              </a:defRPr>
            </a:lvl8pPr>
            <a:lvl9pPr>
              <a:defRPr sz="2100" b="0">
                <a:solidFill>
                  <a:srgbClr val="1C1C1A"/>
                </a:solidFill>
                <a:latin typeface="Arial"/>
                <a:ea typeface="Arial"/>
                <a:cs typeface="Arial"/>
              </a:defRPr>
            </a:lvl9pPr>
          </a:lstStyle>
          <a:p xmlns:a="http://schemas.openxmlformats.org/drawingml/2006/main">
            <a:pPr>
              <a:defRPr sz="2100" b="0">
                <a:solidFill>
                  <a:srgbClr val="1C1C1A"/>
                </a:solidFill>
                <a:latin typeface="Arial"/>
                <a:ea typeface="Arial"/>
                <a:cs typeface="Arial"/>
              </a:defRPr>
            </a:pPr>
            <a:r>
              <a:rPr sz="2100" b="0">
                <a:solidFill>
                  <a:srgbClr val="1C1C1A"/>
                </a:solidFill>
                <a:latin typeface="Arial"/>
                <a:ea typeface="Arial"/>
                <a:cs typeface="Arial"/>
              </a:rPr>
              <a:t>Lexical overlap and narrow English rules limit paraphrase coverage.</a:t>
            </a:r>
          </a:p>
          <a:p xmlns:a="http://schemas.openxmlformats.org/drawingml/2006/main">
            <a:pPr>
              <a:defRPr sz="2100" b="0">
                <a:solidFill>
                  <a:srgbClr val="1C1C1A"/>
                </a:solidFill>
                <a:latin typeface="Arial"/>
                <a:ea typeface="Arial"/>
                <a:cs typeface="Arial"/>
              </a:defRPr>
            </a:pPr>
            <a:r>
              <a:rPr sz="2100" b="0">
                <a:solidFill>
                  <a:srgbClr val="1C1C1A"/>
                </a:solidFill>
                <a:latin typeface="Arial"/>
                <a:ea typeface="Arial"/>
                <a:cs typeface="Arial"/>
              </a:rPr>
              <a:t>Measure the cached MiniLM model on independent examples.</a:t>
            </a:r>
          </a:p>
        </p:txBody>
      </p:sp>
      <p:sp>
        <p:nvSpPr>
          <p:cNvPr id="6" name="Evaluation">
            <a:extLst xmlns:a="http://schemas.openxmlformats.org/drawingml/2006/main">
              <a:ext uri="{FF2B5EF4-FFF2-40B4-BE49-F238E27FC236}">
                <a16:creationId xmlns:a16="http://schemas.microsoft.com/office/drawing/2014/main" id="{421B5E90-6E49-41EA-86A5-5DF82C116B05}"/>
              </a:ext>
            </a:extLst>
          </p:cNvPr>
          <p:cNvSpPr>
            <a:spLocks xmlns:a="http://schemas.openxmlformats.org/drawingml/2006/main" noGrp="1"/>
          </p:cNvSpPr>
          <p:nvPr/>
        </p:nvSpPr>
        <p:spPr>
          <a:xfrm xmlns:a="http://schemas.openxmlformats.org/drawingml/2006/main">
            <a:off x="609600" y="3171825"/>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C1C1A"/>
                </a:solidFill>
                <a:latin typeface="Arial"/>
                <a:ea typeface="Arial"/>
                <a:cs typeface="Arial"/>
              </a:defRPr>
            </a:defPPr>
            <a:lvl1pPr>
              <a:defRPr sz="2250" b="1">
                <a:solidFill>
                  <a:srgbClr val="1C1C1A"/>
                </a:solidFill>
                <a:latin typeface="Arial"/>
                <a:ea typeface="Arial"/>
                <a:cs typeface="Arial"/>
              </a:defRPr>
            </a:lvl1pPr>
            <a:lvl2pPr>
              <a:defRPr sz="2250" b="1">
                <a:solidFill>
                  <a:srgbClr val="1C1C1A"/>
                </a:solidFill>
                <a:latin typeface="Arial"/>
                <a:ea typeface="Arial"/>
                <a:cs typeface="Arial"/>
              </a:defRPr>
            </a:lvl2pPr>
            <a:lvl3pPr>
              <a:defRPr sz="2250" b="1">
                <a:solidFill>
                  <a:srgbClr val="1C1C1A"/>
                </a:solidFill>
                <a:latin typeface="Arial"/>
                <a:ea typeface="Arial"/>
                <a:cs typeface="Arial"/>
              </a:defRPr>
            </a:lvl3pPr>
            <a:lvl4pPr>
              <a:defRPr sz="2250" b="1">
                <a:solidFill>
                  <a:srgbClr val="1C1C1A"/>
                </a:solidFill>
                <a:latin typeface="Arial"/>
                <a:ea typeface="Arial"/>
                <a:cs typeface="Arial"/>
              </a:defRPr>
            </a:lvl4pPr>
            <a:lvl5pPr>
              <a:defRPr sz="2250" b="1">
                <a:solidFill>
                  <a:srgbClr val="1C1C1A"/>
                </a:solidFill>
                <a:latin typeface="Arial"/>
                <a:ea typeface="Arial"/>
                <a:cs typeface="Arial"/>
              </a:defRPr>
            </a:lvl5pPr>
            <a:lvl6pPr>
              <a:defRPr sz="2250" b="1">
                <a:solidFill>
                  <a:srgbClr val="1C1C1A"/>
                </a:solidFill>
                <a:latin typeface="Arial"/>
                <a:ea typeface="Arial"/>
                <a:cs typeface="Arial"/>
              </a:defRPr>
            </a:lvl6pPr>
            <a:lvl7pPr>
              <a:defRPr sz="2250" b="1">
                <a:solidFill>
                  <a:srgbClr val="1C1C1A"/>
                </a:solidFill>
                <a:latin typeface="Arial"/>
                <a:ea typeface="Arial"/>
                <a:cs typeface="Arial"/>
              </a:defRPr>
            </a:lvl7pPr>
            <a:lvl8pPr>
              <a:defRPr sz="2250" b="1">
                <a:solidFill>
                  <a:srgbClr val="1C1C1A"/>
                </a:solidFill>
                <a:latin typeface="Arial"/>
                <a:ea typeface="Arial"/>
                <a:cs typeface="Arial"/>
              </a:defRPr>
            </a:lvl8pPr>
            <a:lvl9pPr>
              <a:defRPr sz="2250" b="1">
                <a:solidFill>
                  <a:srgbClr val="1C1C1A"/>
                </a:solidFill>
                <a:latin typeface="Arial"/>
                <a:ea typeface="Arial"/>
                <a:cs typeface="Arial"/>
              </a:defRPr>
            </a:lvl9pPr>
          </a:lstStyle>
          <a:p xmlns:a="http://schemas.openxmlformats.org/drawingml/2006/main">
            <a:pPr>
              <a:defRPr sz="2250" b="1">
                <a:solidFill>
                  <a:srgbClr val="1C1C1A"/>
                </a:solidFill>
                <a:latin typeface="Arial"/>
                <a:ea typeface="Arial"/>
                <a:cs typeface="Arial"/>
              </a:defRPr>
            </a:pPr>
            <a:r>
              <a:rPr sz="2250" b="1">
                <a:solidFill>
                  <a:srgbClr val="1C1C1A"/>
                </a:solidFill>
                <a:latin typeface="Arial"/>
                <a:ea typeface="Arial"/>
                <a:cs typeface="Arial"/>
              </a:rPr>
              <a:t>Evaluation</a:t>
            </a:r>
          </a:p>
        </p:txBody>
      </p:sp>
      <p:sp>
        <p:nvSpPr>
          <p:cNvPr id="7" name="Small synthetic fixtures and recurring scenar">
            <a:extLst xmlns:a="http://schemas.openxmlformats.org/drawingml/2006/main">
              <a:ext uri="{FF2B5EF4-FFF2-40B4-BE49-F238E27FC236}">
                <a16:creationId xmlns:a16="http://schemas.microsoft.com/office/drawing/2014/main" id="{1D788DBE-8519-41EA-80A1-71D2991855A9}"/>
              </a:ext>
            </a:extLst>
          </p:cNvPr>
          <p:cNvSpPr>
            <a:spLocks xmlns:a="http://schemas.openxmlformats.org/drawingml/2006/main" noGrp="1"/>
          </p:cNvSpPr>
          <p:nvPr/>
        </p:nvSpPr>
        <p:spPr>
          <a:xfrm xmlns:a="http://schemas.openxmlformats.org/drawingml/2006/main">
            <a:off x="3429000" y="3171825"/>
            <a:ext cx="8001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C1C1A"/>
                </a:solidFill>
                <a:latin typeface="Arial"/>
                <a:ea typeface="Arial"/>
                <a:cs typeface="Arial"/>
              </a:defRPr>
            </a:defPPr>
            <a:lvl1pPr>
              <a:defRPr sz="2100" b="0">
                <a:solidFill>
                  <a:srgbClr val="1C1C1A"/>
                </a:solidFill>
                <a:latin typeface="Arial"/>
                <a:ea typeface="Arial"/>
                <a:cs typeface="Arial"/>
              </a:defRPr>
            </a:lvl1pPr>
            <a:lvl2pPr>
              <a:defRPr sz="2100" b="0">
                <a:solidFill>
                  <a:srgbClr val="1C1C1A"/>
                </a:solidFill>
                <a:latin typeface="Arial"/>
                <a:ea typeface="Arial"/>
                <a:cs typeface="Arial"/>
              </a:defRPr>
            </a:lvl2pPr>
            <a:lvl3pPr>
              <a:defRPr sz="2100" b="0">
                <a:solidFill>
                  <a:srgbClr val="1C1C1A"/>
                </a:solidFill>
                <a:latin typeface="Arial"/>
                <a:ea typeface="Arial"/>
                <a:cs typeface="Arial"/>
              </a:defRPr>
            </a:lvl3pPr>
            <a:lvl4pPr>
              <a:defRPr sz="2100" b="0">
                <a:solidFill>
                  <a:srgbClr val="1C1C1A"/>
                </a:solidFill>
                <a:latin typeface="Arial"/>
                <a:ea typeface="Arial"/>
                <a:cs typeface="Arial"/>
              </a:defRPr>
            </a:lvl4pPr>
            <a:lvl5pPr>
              <a:defRPr sz="2100" b="0">
                <a:solidFill>
                  <a:srgbClr val="1C1C1A"/>
                </a:solidFill>
                <a:latin typeface="Arial"/>
                <a:ea typeface="Arial"/>
                <a:cs typeface="Arial"/>
              </a:defRPr>
            </a:lvl5pPr>
            <a:lvl6pPr>
              <a:defRPr sz="2100" b="0">
                <a:solidFill>
                  <a:srgbClr val="1C1C1A"/>
                </a:solidFill>
                <a:latin typeface="Arial"/>
                <a:ea typeface="Arial"/>
                <a:cs typeface="Arial"/>
              </a:defRPr>
            </a:lvl6pPr>
            <a:lvl7pPr>
              <a:defRPr sz="2100" b="0">
                <a:solidFill>
                  <a:srgbClr val="1C1C1A"/>
                </a:solidFill>
                <a:latin typeface="Arial"/>
                <a:ea typeface="Arial"/>
                <a:cs typeface="Arial"/>
              </a:defRPr>
            </a:lvl7pPr>
            <a:lvl8pPr>
              <a:defRPr sz="2100" b="0">
                <a:solidFill>
                  <a:srgbClr val="1C1C1A"/>
                </a:solidFill>
                <a:latin typeface="Arial"/>
                <a:ea typeface="Arial"/>
                <a:cs typeface="Arial"/>
              </a:defRPr>
            </a:lvl8pPr>
            <a:lvl9pPr>
              <a:defRPr sz="2100" b="0">
                <a:solidFill>
                  <a:srgbClr val="1C1C1A"/>
                </a:solidFill>
                <a:latin typeface="Arial"/>
                <a:ea typeface="Arial"/>
                <a:cs typeface="Arial"/>
              </a:defRPr>
            </a:lvl9pPr>
          </a:lstStyle>
          <a:p xmlns:a="http://schemas.openxmlformats.org/drawingml/2006/main">
            <a:pPr>
              <a:defRPr sz="2100" b="0">
                <a:solidFill>
                  <a:srgbClr val="1C1C1A"/>
                </a:solidFill>
                <a:latin typeface="Arial"/>
                <a:ea typeface="Arial"/>
                <a:cs typeface="Arial"/>
              </a:defRPr>
            </a:pPr>
            <a:r>
              <a:rPr sz="2100" b="0">
                <a:solidFill>
                  <a:srgbClr val="1C1C1A"/>
                </a:solidFill>
                <a:latin typeface="Arial"/>
                <a:ea typeface="Arial"/>
                <a:cs typeface="Arial"/>
              </a:rPr>
              <a:t>Small synthetic fixtures and recurring scenario patterns.</a:t>
            </a:r>
          </a:p>
          <a:p xmlns:a="http://schemas.openxmlformats.org/drawingml/2006/main">
            <a:pPr>
              <a:defRPr sz="2100" b="0">
                <a:solidFill>
                  <a:srgbClr val="1C1C1A"/>
                </a:solidFill>
                <a:latin typeface="Arial"/>
                <a:ea typeface="Arial"/>
                <a:cs typeface="Arial"/>
              </a:defRPr>
            </a:pPr>
            <a:r>
              <a:rPr sz="2100" b="0">
                <a:solidFill>
                  <a:srgbClr val="1C1C1A"/>
                </a:solidFill>
                <a:latin typeface="Arial"/>
                <a:ea typeface="Arial"/>
                <a:cs typeface="Arial"/>
              </a:rPr>
              <a:t>Test coordinator effort and errors in observed exercises.</a:t>
            </a:r>
          </a:p>
        </p:txBody>
      </p:sp>
      <p:sp>
        <p:nvSpPr>
          <p:cNvPr id="8" name="Deployment">
            <a:extLst xmlns:a="http://schemas.openxmlformats.org/drawingml/2006/main">
              <a:ext uri="{FF2B5EF4-FFF2-40B4-BE49-F238E27FC236}">
                <a16:creationId xmlns:a16="http://schemas.microsoft.com/office/drawing/2014/main" id="{FE6917D0-7116-4D48-BE5D-7B5303399C8B}"/>
              </a:ext>
            </a:extLst>
          </p:cNvPr>
          <p:cNvSpPr>
            <a:spLocks xmlns:a="http://schemas.openxmlformats.org/drawingml/2006/main" noGrp="1"/>
          </p:cNvSpPr>
          <p:nvPr/>
        </p:nvSpPr>
        <p:spPr>
          <a:xfrm xmlns:a="http://schemas.openxmlformats.org/drawingml/2006/main">
            <a:off x="609600" y="4772025"/>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C1C1A"/>
                </a:solidFill>
                <a:latin typeface="Arial"/>
                <a:ea typeface="Arial"/>
                <a:cs typeface="Arial"/>
              </a:defRPr>
            </a:defPPr>
            <a:lvl1pPr>
              <a:defRPr sz="2250" b="1">
                <a:solidFill>
                  <a:srgbClr val="1C1C1A"/>
                </a:solidFill>
                <a:latin typeface="Arial"/>
                <a:ea typeface="Arial"/>
                <a:cs typeface="Arial"/>
              </a:defRPr>
            </a:lvl1pPr>
            <a:lvl2pPr>
              <a:defRPr sz="2250" b="1">
                <a:solidFill>
                  <a:srgbClr val="1C1C1A"/>
                </a:solidFill>
                <a:latin typeface="Arial"/>
                <a:ea typeface="Arial"/>
                <a:cs typeface="Arial"/>
              </a:defRPr>
            </a:lvl2pPr>
            <a:lvl3pPr>
              <a:defRPr sz="2250" b="1">
                <a:solidFill>
                  <a:srgbClr val="1C1C1A"/>
                </a:solidFill>
                <a:latin typeface="Arial"/>
                <a:ea typeface="Arial"/>
                <a:cs typeface="Arial"/>
              </a:defRPr>
            </a:lvl3pPr>
            <a:lvl4pPr>
              <a:defRPr sz="2250" b="1">
                <a:solidFill>
                  <a:srgbClr val="1C1C1A"/>
                </a:solidFill>
                <a:latin typeface="Arial"/>
                <a:ea typeface="Arial"/>
                <a:cs typeface="Arial"/>
              </a:defRPr>
            </a:lvl4pPr>
            <a:lvl5pPr>
              <a:defRPr sz="2250" b="1">
                <a:solidFill>
                  <a:srgbClr val="1C1C1A"/>
                </a:solidFill>
                <a:latin typeface="Arial"/>
                <a:ea typeface="Arial"/>
                <a:cs typeface="Arial"/>
              </a:defRPr>
            </a:lvl5pPr>
            <a:lvl6pPr>
              <a:defRPr sz="2250" b="1">
                <a:solidFill>
                  <a:srgbClr val="1C1C1A"/>
                </a:solidFill>
                <a:latin typeface="Arial"/>
                <a:ea typeface="Arial"/>
                <a:cs typeface="Arial"/>
              </a:defRPr>
            </a:lvl6pPr>
            <a:lvl7pPr>
              <a:defRPr sz="2250" b="1">
                <a:solidFill>
                  <a:srgbClr val="1C1C1A"/>
                </a:solidFill>
                <a:latin typeface="Arial"/>
                <a:ea typeface="Arial"/>
                <a:cs typeface="Arial"/>
              </a:defRPr>
            </a:lvl7pPr>
            <a:lvl8pPr>
              <a:defRPr sz="2250" b="1">
                <a:solidFill>
                  <a:srgbClr val="1C1C1A"/>
                </a:solidFill>
                <a:latin typeface="Arial"/>
                <a:ea typeface="Arial"/>
                <a:cs typeface="Arial"/>
              </a:defRPr>
            </a:lvl8pPr>
            <a:lvl9pPr>
              <a:defRPr sz="2250" b="1">
                <a:solidFill>
                  <a:srgbClr val="1C1C1A"/>
                </a:solidFill>
                <a:latin typeface="Arial"/>
                <a:ea typeface="Arial"/>
                <a:cs typeface="Arial"/>
              </a:defRPr>
            </a:lvl9pPr>
          </a:lstStyle>
          <a:p xmlns:a="http://schemas.openxmlformats.org/drawingml/2006/main">
            <a:pPr>
              <a:defRPr sz="2250" b="1">
                <a:solidFill>
                  <a:srgbClr val="1C1C1A"/>
                </a:solidFill>
                <a:latin typeface="Arial"/>
                <a:ea typeface="Arial"/>
                <a:cs typeface="Arial"/>
              </a:defRPr>
            </a:pPr>
            <a:r>
              <a:rPr sz="2250" b="1">
                <a:solidFill>
                  <a:srgbClr val="1C1C1A"/>
                </a:solidFill>
                <a:latin typeface="Arial"/>
                <a:ea typeface="Arial"/>
                <a:cs typeface="Arial"/>
              </a:rPr>
              <a:t>Deployment</a:t>
            </a:r>
          </a:p>
        </p:txBody>
      </p:sp>
      <p:sp>
        <p:nvSpPr>
          <p:cNvPr id="9" name="Local use with one coordinator.&#10;Add access co">
            <a:extLst xmlns:a="http://schemas.openxmlformats.org/drawingml/2006/main">
              <a:ext uri="{FF2B5EF4-FFF2-40B4-BE49-F238E27FC236}">
                <a16:creationId xmlns:a16="http://schemas.microsoft.com/office/drawing/2014/main" id="{EA9BDBCA-3C3E-4862-988A-1BA364680811}"/>
              </a:ext>
            </a:extLst>
          </p:cNvPr>
          <p:cNvSpPr>
            <a:spLocks xmlns:a="http://schemas.openxmlformats.org/drawingml/2006/main" noGrp="1"/>
          </p:cNvSpPr>
          <p:nvPr/>
        </p:nvSpPr>
        <p:spPr>
          <a:xfrm xmlns:a="http://schemas.openxmlformats.org/drawingml/2006/main">
            <a:off x="3429000" y="4772025"/>
            <a:ext cx="8001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C1C1A"/>
                </a:solidFill>
                <a:latin typeface="Arial"/>
                <a:ea typeface="Arial"/>
                <a:cs typeface="Arial"/>
              </a:defRPr>
            </a:defPPr>
            <a:lvl1pPr>
              <a:defRPr sz="2100" b="0">
                <a:solidFill>
                  <a:srgbClr val="1C1C1A"/>
                </a:solidFill>
                <a:latin typeface="Arial"/>
                <a:ea typeface="Arial"/>
                <a:cs typeface="Arial"/>
              </a:defRPr>
            </a:lvl1pPr>
            <a:lvl2pPr>
              <a:defRPr sz="2100" b="0">
                <a:solidFill>
                  <a:srgbClr val="1C1C1A"/>
                </a:solidFill>
                <a:latin typeface="Arial"/>
                <a:ea typeface="Arial"/>
                <a:cs typeface="Arial"/>
              </a:defRPr>
            </a:lvl2pPr>
            <a:lvl3pPr>
              <a:defRPr sz="2100" b="0">
                <a:solidFill>
                  <a:srgbClr val="1C1C1A"/>
                </a:solidFill>
                <a:latin typeface="Arial"/>
                <a:ea typeface="Arial"/>
                <a:cs typeface="Arial"/>
              </a:defRPr>
            </a:lvl3pPr>
            <a:lvl4pPr>
              <a:defRPr sz="2100" b="0">
                <a:solidFill>
                  <a:srgbClr val="1C1C1A"/>
                </a:solidFill>
                <a:latin typeface="Arial"/>
                <a:ea typeface="Arial"/>
                <a:cs typeface="Arial"/>
              </a:defRPr>
            </a:lvl4pPr>
            <a:lvl5pPr>
              <a:defRPr sz="2100" b="0">
                <a:solidFill>
                  <a:srgbClr val="1C1C1A"/>
                </a:solidFill>
                <a:latin typeface="Arial"/>
                <a:ea typeface="Arial"/>
                <a:cs typeface="Arial"/>
              </a:defRPr>
            </a:lvl5pPr>
            <a:lvl6pPr>
              <a:defRPr sz="2100" b="0">
                <a:solidFill>
                  <a:srgbClr val="1C1C1A"/>
                </a:solidFill>
                <a:latin typeface="Arial"/>
                <a:ea typeface="Arial"/>
                <a:cs typeface="Arial"/>
              </a:defRPr>
            </a:lvl6pPr>
            <a:lvl7pPr>
              <a:defRPr sz="2100" b="0">
                <a:solidFill>
                  <a:srgbClr val="1C1C1A"/>
                </a:solidFill>
                <a:latin typeface="Arial"/>
                <a:ea typeface="Arial"/>
                <a:cs typeface="Arial"/>
              </a:defRPr>
            </a:lvl7pPr>
            <a:lvl8pPr>
              <a:defRPr sz="2100" b="0">
                <a:solidFill>
                  <a:srgbClr val="1C1C1A"/>
                </a:solidFill>
                <a:latin typeface="Arial"/>
                <a:ea typeface="Arial"/>
                <a:cs typeface="Arial"/>
              </a:defRPr>
            </a:lvl8pPr>
            <a:lvl9pPr>
              <a:defRPr sz="2100" b="0">
                <a:solidFill>
                  <a:srgbClr val="1C1C1A"/>
                </a:solidFill>
                <a:latin typeface="Arial"/>
                <a:ea typeface="Arial"/>
                <a:cs typeface="Arial"/>
              </a:defRPr>
            </a:lvl9pPr>
          </a:lstStyle>
          <a:p xmlns:a="http://schemas.openxmlformats.org/drawingml/2006/main">
            <a:pPr>
              <a:defRPr sz="2100" b="0">
                <a:solidFill>
                  <a:srgbClr val="1C1C1A"/>
                </a:solidFill>
                <a:latin typeface="Arial"/>
                <a:ea typeface="Arial"/>
                <a:cs typeface="Arial"/>
              </a:defRPr>
            </a:pPr>
            <a:r>
              <a:rPr sz="2100" b="0">
                <a:solidFill>
                  <a:srgbClr val="1C1C1A"/>
                </a:solidFill>
                <a:latin typeface="Arial"/>
                <a:ea typeface="Arial"/>
                <a:cs typeface="Arial"/>
              </a:rPr>
              <a:t>Local use with one coordinator.</a:t>
            </a:r>
          </a:p>
          <a:p xmlns:a="http://schemas.openxmlformats.org/drawingml/2006/main">
            <a:pPr>
              <a:defRPr sz="2100" b="0">
                <a:solidFill>
                  <a:srgbClr val="1C1C1A"/>
                </a:solidFill>
                <a:latin typeface="Arial"/>
                <a:ea typeface="Arial"/>
                <a:cs typeface="Arial"/>
              </a:defRPr>
            </a:pPr>
            <a:r>
              <a:rPr sz="2100" b="0">
                <a:solidFill>
                  <a:srgbClr val="1C1C1A"/>
                </a:solidFill>
                <a:latin typeface="Arial"/>
                <a:ea typeface="Arial"/>
                <a:cs typeface="Arial"/>
              </a:rPr>
              <a:t>Add access control, operational review and device testing.</a:t>
            </a:r>
          </a:p>
        </p:txBody>
      </p:sp>
    </p:spTree>
    <p:extLst>
      <p:ext uri="{BB962C8B-B14F-4D97-AF65-F5344CB8AC3E}">
        <p14:creationId xmlns:p14="http://schemas.microsoft.com/office/powerpoint/2010/main" val="1532549612"/>
      </p:ext>
    </p:extLst>
  </p:cSld>
</p:sld>
</file>

<file path=ppt/slides/slide1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 name="Demonstration">
            <a:extLst xmlns:a="http://schemas.openxmlformats.org/drawingml/2006/main">
              <a:ext uri="{FF2B5EF4-FFF2-40B4-BE49-F238E27FC236}">
                <a16:creationId xmlns:a16="http://schemas.microsoft.com/office/drawing/2014/main" id="{CA26B25E-0E19-4A62-A910-D53098EFF991}"/>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C1C1A"/>
                </a:solidFill>
                <a:latin typeface="Arial"/>
                <a:ea typeface="Arial"/>
                <a:cs typeface="Arial"/>
              </a:defRPr>
            </a:defPPr>
            <a:lvl1pPr>
              <a:defRPr sz="3300" b="1">
                <a:solidFill>
                  <a:srgbClr val="1C1C1A"/>
                </a:solidFill>
                <a:latin typeface="Arial"/>
                <a:ea typeface="Arial"/>
                <a:cs typeface="Arial"/>
              </a:defRPr>
            </a:lvl1pPr>
            <a:lvl2pPr>
              <a:defRPr sz="3300" b="1">
                <a:solidFill>
                  <a:srgbClr val="1C1C1A"/>
                </a:solidFill>
                <a:latin typeface="Arial"/>
                <a:ea typeface="Arial"/>
                <a:cs typeface="Arial"/>
              </a:defRPr>
            </a:lvl2pPr>
            <a:lvl3pPr>
              <a:defRPr sz="3300" b="1">
                <a:solidFill>
                  <a:srgbClr val="1C1C1A"/>
                </a:solidFill>
                <a:latin typeface="Arial"/>
                <a:ea typeface="Arial"/>
                <a:cs typeface="Arial"/>
              </a:defRPr>
            </a:lvl3pPr>
            <a:lvl4pPr>
              <a:defRPr sz="3300" b="1">
                <a:solidFill>
                  <a:srgbClr val="1C1C1A"/>
                </a:solidFill>
                <a:latin typeface="Arial"/>
                <a:ea typeface="Arial"/>
                <a:cs typeface="Arial"/>
              </a:defRPr>
            </a:lvl4pPr>
            <a:lvl5pPr>
              <a:defRPr sz="3300" b="1">
                <a:solidFill>
                  <a:srgbClr val="1C1C1A"/>
                </a:solidFill>
                <a:latin typeface="Arial"/>
                <a:ea typeface="Arial"/>
                <a:cs typeface="Arial"/>
              </a:defRPr>
            </a:lvl5pPr>
            <a:lvl6pPr>
              <a:defRPr sz="3300" b="1">
                <a:solidFill>
                  <a:srgbClr val="1C1C1A"/>
                </a:solidFill>
                <a:latin typeface="Arial"/>
                <a:ea typeface="Arial"/>
                <a:cs typeface="Arial"/>
              </a:defRPr>
            </a:lvl6pPr>
            <a:lvl7pPr>
              <a:defRPr sz="3300" b="1">
                <a:solidFill>
                  <a:srgbClr val="1C1C1A"/>
                </a:solidFill>
                <a:latin typeface="Arial"/>
                <a:ea typeface="Arial"/>
                <a:cs typeface="Arial"/>
              </a:defRPr>
            </a:lvl7pPr>
            <a:lvl8pPr>
              <a:defRPr sz="3300" b="1">
                <a:solidFill>
                  <a:srgbClr val="1C1C1A"/>
                </a:solidFill>
                <a:latin typeface="Arial"/>
                <a:ea typeface="Arial"/>
                <a:cs typeface="Arial"/>
              </a:defRPr>
            </a:lvl8pPr>
            <a:lvl9pPr>
              <a:defRPr sz="3300" b="1">
                <a:solidFill>
                  <a:srgbClr val="1C1C1A"/>
                </a:solidFill>
                <a:latin typeface="Arial"/>
                <a:ea typeface="Arial"/>
                <a:cs typeface="Arial"/>
              </a:defRPr>
            </a:lvl9pPr>
          </a:lstStyle>
          <a:p xmlns:a="http://schemas.openxmlformats.org/drawingml/2006/main">
            <a:pPr>
              <a:defRPr sz="3300" b="1">
                <a:solidFill>
                  <a:srgbClr val="1C1C1A"/>
                </a:solidFill>
                <a:latin typeface="Arial"/>
                <a:ea typeface="Arial"/>
                <a:cs typeface="Arial"/>
              </a:defRPr>
            </a:pPr>
            <a:r>
              <a:rPr sz="3300" b="1">
                <a:solidFill>
                  <a:srgbClr val="1C1C1A"/>
                </a:solidFill>
                <a:latin typeface="Arial"/>
                <a:ea typeface="Arial"/>
                <a:cs typeface="Arial"/>
              </a:rPr>
              <a:t>Demonstration</a:t>
            </a:r>
          </a:p>
        </p:txBody>
      </p:sp>
      <p:sp>
        <p:nvSpPr>
          <p:cNvPr id="3" name="13">
            <a:extLst xmlns:a="http://schemas.openxmlformats.org/drawingml/2006/main">
              <a:ext uri="{FF2B5EF4-FFF2-40B4-BE49-F238E27FC236}">
                <a16:creationId xmlns:a16="http://schemas.microsoft.com/office/drawing/2014/main" id="{1192A9F9-3430-45DE-A4A0-989A782EDEA6}"/>
              </a:ext>
            </a:extLst>
          </p:cNvPr>
          <p:cNvSpPr>
            <a:spLocks xmlns:a="http://schemas.openxmlformats.org/drawingml/2006/main" noGrp="1"/>
          </p:cNvSpPr>
          <p:nvPr/>
        </p:nvSpPr>
        <p:spPr>
          <a:xfrm xmlns:a="http://schemas.openxmlformats.org/drawingml/2006/main">
            <a:off x="11049000" y="63627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B5A54"/>
                </a:solidFill>
                <a:latin typeface="Arial"/>
                <a:ea typeface="Arial"/>
                <a:cs typeface="Arial"/>
              </a:defRPr>
            </a:defPPr>
            <a:lvl1pPr algn="r">
              <a:defRPr sz="1350" b="0">
                <a:solidFill>
                  <a:srgbClr val="5B5A54"/>
                </a:solidFill>
                <a:latin typeface="Arial"/>
                <a:ea typeface="Arial"/>
                <a:cs typeface="Arial"/>
              </a:defRPr>
            </a:lvl1pPr>
            <a:lvl2pPr algn="r">
              <a:defRPr sz="1350" b="0">
                <a:solidFill>
                  <a:srgbClr val="5B5A54"/>
                </a:solidFill>
                <a:latin typeface="Arial"/>
                <a:ea typeface="Arial"/>
                <a:cs typeface="Arial"/>
              </a:defRPr>
            </a:lvl2pPr>
            <a:lvl3pPr algn="r">
              <a:defRPr sz="1350" b="0">
                <a:solidFill>
                  <a:srgbClr val="5B5A54"/>
                </a:solidFill>
                <a:latin typeface="Arial"/>
                <a:ea typeface="Arial"/>
                <a:cs typeface="Arial"/>
              </a:defRPr>
            </a:lvl3pPr>
            <a:lvl4pPr algn="r">
              <a:defRPr sz="1350" b="0">
                <a:solidFill>
                  <a:srgbClr val="5B5A54"/>
                </a:solidFill>
                <a:latin typeface="Arial"/>
                <a:ea typeface="Arial"/>
                <a:cs typeface="Arial"/>
              </a:defRPr>
            </a:lvl4pPr>
            <a:lvl5pPr algn="r">
              <a:defRPr sz="1350" b="0">
                <a:solidFill>
                  <a:srgbClr val="5B5A54"/>
                </a:solidFill>
                <a:latin typeface="Arial"/>
                <a:ea typeface="Arial"/>
                <a:cs typeface="Arial"/>
              </a:defRPr>
            </a:lvl5pPr>
            <a:lvl6pPr algn="r">
              <a:defRPr sz="1350" b="0">
                <a:solidFill>
                  <a:srgbClr val="5B5A54"/>
                </a:solidFill>
                <a:latin typeface="Arial"/>
                <a:ea typeface="Arial"/>
                <a:cs typeface="Arial"/>
              </a:defRPr>
            </a:lvl6pPr>
            <a:lvl7pPr algn="r">
              <a:defRPr sz="1350" b="0">
                <a:solidFill>
                  <a:srgbClr val="5B5A54"/>
                </a:solidFill>
                <a:latin typeface="Arial"/>
                <a:ea typeface="Arial"/>
                <a:cs typeface="Arial"/>
              </a:defRPr>
            </a:lvl7pPr>
            <a:lvl8pPr algn="r">
              <a:defRPr sz="1350" b="0">
                <a:solidFill>
                  <a:srgbClr val="5B5A54"/>
                </a:solidFill>
                <a:latin typeface="Arial"/>
                <a:ea typeface="Arial"/>
                <a:cs typeface="Arial"/>
              </a:defRPr>
            </a:lvl8pPr>
            <a:lvl9pPr algn="r">
              <a:defRPr sz="1350" b="0">
                <a:solidFill>
                  <a:srgbClr val="5B5A54"/>
                </a:solidFill>
                <a:latin typeface="Arial"/>
                <a:ea typeface="Arial"/>
                <a:cs typeface="Arial"/>
              </a:defRPr>
            </a:lvl9pPr>
          </a:lstStyle>
          <a:p xmlns:a="http://schemas.openxmlformats.org/drawingml/2006/main">
            <a:pPr algn="r">
              <a:defRPr sz="1350" b="0">
                <a:solidFill>
                  <a:srgbClr val="5B5A54"/>
                </a:solidFill>
                <a:latin typeface="Arial"/>
                <a:ea typeface="Arial"/>
                <a:cs typeface="Arial"/>
              </a:defRPr>
            </a:pPr>
            <a:r>
              <a:rPr sz="1350" b="0">
                <a:solidFill>
                  <a:srgbClr val="5B5A54"/>
                </a:solidFill>
                <a:latin typeface="Arial"/>
                <a:ea typeface="Arial"/>
                <a:cs typeface="Arial"/>
              </a:rPr>
              <a:t>13</a:t>
            </a:r>
          </a:p>
        </p:txBody>
      </p:sp>
      <p:sp>
        <p:nvSpPr>
          <p:cNvPr id="4" name="1">
            <a:extLst xmlns:a="http://schemas.openxmlformats.org/drawingml/2006/main">
              <a:ext uri="{FF2B5EF4-FFF2-40B4-BE49-F238E27FC236}">
                <a16:creationId xmlns:a16="http://schemas.microsoft.com/office/drawing/2014/main" id="{2DDC1E01-3F7B-4154-B0EB-8DE9C4E65265}"/>
              </a:ext>
            </a:extLst>
          </p:cNvPr>
          <p:cNvSpPr>
            <a:spLocks xmlns:a="http://schemas.openxmlformats.org/drawingml/2006/main" noGrp="1"/>
          </p:cNvSpPr>
          <p:nvPr/>
        </p:nvSpPr>
        <p:spPr>
          <a:xfrm xmlns:a="http://schemas.openxmlformats.org/drawingml/2006/main">
            <a:off x="609600" y="154305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A64920"/>
                </a:solidFill>
                <a:latin typeface="Arial"/>
                <a:ea typeface="Arial"/>
                <a:cs typeface="Arial"/>
              </a:defRPr>
            </a:defPPr>
            <a:lvl1pPr>
              <a:defRPr sz="2700" b="1">
                <a:solidFill>
                  <a:srgbClr val="A64920"/>
                </a:solidFill>
                <a:latin typeface="Arial"/>
                <a:ea typeface="Arial"/>
                <a:cs typeface="Arial"/>
              </a:defRPr>
            </a:lvl1pPr>
            <a:lvl2pPr>
              <a:defRPr sz="2700" b="1">
                <a:solidFill>
                  <a:srgbClr val="A64920"/>
                </a:solidFill>
                <a:latin typeface="Arial"/>
                <a:ea typeface="Arial"/>
                <a:cs typeface="Arial"/>
              </a:defRPr>
            </a:lvl2pPr>
            <a:lvl3pPr>
              <a:defRPr sz="2700" b="1">
                <a:solidFill>
                  <a:srgbClr val="A64920"/>
                </a:solidFill>
                <a:latin typeface="Arial"/>
                <a:ea typeface="Arial"/>
                <a:cs typeface="Arial"/>
              </a:defRPr>
            </a:lvl3pPr>
            <a:lvl4pPr>
              <a:defRPr sz="2700" b="1">
                <a:solidFill>
                  <a:srgbClr val="A64920"/>
                </a:solidFill>
                <a:latin typeface="Arial"/>
                <a:ea typeface="Arial"/>
                <a:cs typeface="Arial"/>
              </a:defRPr>
            </a:lvl4pPr>
            <a:lvl5pPr>
              <a:defRPr sz="2700" b="1">
                <a:solidFill>
                  <a:srgbClr val="A64920"/>
                </a:solidFill>
                <a:latin typeface="Arial"/>
                <a:ea typeface="Arial"/>
                <a:cs typeface="Arial"/>
              </a:defRPr>
            </a:lvl5pPr>
            <a:lvl6pPr>
              <a:defRPr sz="2700" b="1">
                <a:solidFill>
                  <a:srgbClr val="A64920"/>
                </a:solidFill>
                <a:latin typeface="Arial"/>
                <a:ea typeface="Arial"/>
                <a:cs typeface="Arial"/>
              </a:defRPr>
            </a:lvl6pPr>
            <a:lvl7pPr>
              <a:defRPr sz="2700" b="1">
                <a:solidFill>
                  <a:srgbClr val="A64920"/>
                </a:solidFill>
                <a:latin typeface="Arial"/>
                <a:ea typeface="Arial"/>
                <a:cs typeface="Arial"/>
              </a:defRPr>
            </a:lvl7pPr>
            <a:lvl8pPr>
              <a:defRPr sz="2700" b="1">
                <a:solidFill>
                  <a:srgbClr val="A64920"/>
                </a:solidFill>
                <a:latin typeface="Arial"/>
                <a:ea typeface="Arial"/>
                <a:cs typeface="Arial"/>
              </a:defRPr>
            </a:lvl8pPr>
            <a:lvl9pPr>
              <a:defRPr sz="2700" b="1">
                <a:solidFill>
                  <a:srgbClr val="A64920"/>
                </a:solidFill>
                <a:latin typeface="Arial"/>
                <a:ea typeface="Arial"/>
                <a:cs typeface="Arial"/>
              </a:defRPr>
            </a:lvl9pPr>
          </a:lstStyle>
          <a:p xmlns:a="http://schemas.openxmlformats.org/drawingml/2006/main">
            <a:pPr>
              <a:defRPr sz="2700" b="1">
                <a:solidFill>
                  <a:srgbClr val="A64920"/>
                </a:solidFill>
                <a:latin typeface="Arial"/>
                <a:ea typeface="Arial"/>
                <a:cs typeface="Arial"/>
              </a:defRPr>
            </a:pPr>
            <a:r>
              <a:rPr sz="2700" b="1">
                <a:solidFill>
                  <a:srgbClr val="A64920"/>
                </a:solidFill>
                <a:latin typeface="Arial"/>
                <a:ea typeface="Arial"/>
                <a:cs typeface="Arial"/>
              </a:rPr>
              <a:t>1</a:t>
            </a:r>
          </a:p>
        </p:txBody>
      </p:sp>
      <p:sp>
        <p:nvSpPr>
          <p:cNvPr id="5" name="Receive reports and inspect a provisional gro">
            <a:extLst xmlns:a="http://schemas.openxmlformats.org/drawingml/2006/main">
              <a:ext uri="{FF2B5EF4-FFF2-40B4-BE49-F238E27FC236}">
                <a16:creationId xmlns:a16="http://schemas.microsoft.com/office/drawing/2014/main" id="{27538C97-C34F-4154-8C73-AF1A0512F07E}"/>
              </a:ext>
            </a:extLst>
          </p:cNvPr>
          <p:cNvSpPr>
            <a:spLocks xmlns:a="http://schemas.openxmlformats.org/drawingml/2006/main" noGrp="1"/>
          </p:cNvSpPr>
          <p:nvPr/>
        </p:nvSpPr>
        <p:spPr>
          <a:xfrm xmlns:a="http://schemas.openxmlformats.org/drawingml/2006/main">
            <a:off x="1381125" y="1543050"/>
            <a:ext cx="9810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1C1C1A"/>
                </a:solidFill>
                <a:latin typeface="Arial"/>
                <a:ea typeface="Arial"/>
                <a:cs typeface="Arial"/>
              </a:defRPr>
            </a:defPPr>
            <a:lvl1pPr>
              <a:defRPr sz="2400" b="0">
                <a:solidFill>
                  <a:srgbClr val="1C1C1A"/>
                </a:solidFill>
                <a:latin typeface="Arial"/>
                <a:ea typeface="Arial"/>
                <a:cs typeface="Arial"/>
              </a:defRPr>
            </a:lvl1pPr>
            <a:lvl2pPr>
              <a:defRPr sz="2400" b="0">
                <a:solidFill>
                  <a:srgbClr val="1C1C1A"/>
                </a:solidFill>
                <a:latin typeface="Arial"/>
                <a:ea typeface="Arial"/>
                <a:cs typeface="Arial"/>
              </a:defRPr>
            </a:lvl2pPr>
            <a:lvl3pPr>
              <a:defRPr sz="2400" b="0">
                <a:solidFill>
                  <a:srgbClr val="1C1C1A"/>
                </a:solidFill>
                <a:latin typeface="Arial"/>
                <a:ea typeface="Arial"/>
                <a:cs typeface="Arial"/>
              </a:defRPr>
            </a:lvl3pPr>
            <a:lvl4pPr>
              <a:defRPr sz="2400" b="0">
                <a:solidFill>
                  <a:srgbClr val="1C1C1A"/>
                </a:solidFill>
                <a:latin typeface="Arial"/>
                <a:ea typeface="Arial"/>
                <a:cs typeface="Arial"/>
              </a:defRPr>
            </a:lvl4pPr>
            <a:lvl5pPr>
              <a:defRPr sz="2400" b="0">
                <a:solidFill>
                  <a:srgbClr val="1C1C1A"/>
                </a:solidFill>
                <a:latin typeface="Arial"/>
                <a:ea typeface="Arial"/>
                <a:cs typeface="Arial"/>
              </a:defRPr>
            </a:lvl5pPr>
            <a:lvl6pPr>
              <a:defRPr sz="2400" b="0">
                <a:solidFill>
                  <a:srgbClr val="1C1C1A"/>
                </a:solidFill>
                <a:latin typeface="Arial"/>
                <a:ea typeface="Arial"/>
                <a:cs typeface="Arial"/>
              </a:defRPr>
            </a:lvl6pPr>
            <a:lvl7pPr>
              <a:defRPr sz="2400" b="0">
                <a:solidFill>
                  <a:srgbClr val="1C1C1A"/>
                </a:solidFill>
                <a:latin typeface="Arial"/>
                <a:ea typeface="Arial"/>
                <a:cs typeface="Arial"/>
              </a:defRPr>
            </a:lvl7pPr>
            <a:lvl8pPr>
              <a:defRPr sz="2400" b="0">
                <a:solidFill>
                  <a:srgbClr val="1C1C1A"/>
                </a:solidFill>
                <a:latin typeface="Arial"/>
                <a:ea typeface="Arial"/>
                <a:cs typeface="Arial"/>
              </a:defRPr>
            </a:lvl8pPr>
            <a:lvl9pPr>
              <a:defRPr sz="2400" b="0">
                <a:solidFill>
                  <a:srgbClr val="1C1C1A"/>
                </a:solidFill>
                <a:latin typeface="Arial"/>
                <a:ea typeface="Arial"/>
                <a:cs typeface="Arial"/>
              </a:defRPr>
            </a:lvl9pPr>
          </a:lstStyle>
          <a:p xmlns:a="http://schemas.openxmlformats.org/drawingml/2006/main">
            <a:pPr>
              <a:defRPr sz="2400" b="0">
                <a:solidFill>
                  <a:srgbClr val="1C1C1A"/>
                </a:solidFill>
                <a:latin typeface="Arial"/>
                <a:ea typeface="Arial"/>
                <a:cs typeface="Arial"/>
              </a:defRPr>
            </a:pPr>
            <a:r>
              <a:rPr sz="2400" b="0">
                <a:solidFill>
                  <a:srgbClr val="1C1C1A"/>
                </a:solidFill>
                <a:latin typeface="Arial"/>
                <a:ea typeface="Arial"/>
                <a:cs typeface="Arial"/>
              </a:rPr>
              <a:t>Receive reports and inspect a provisional group</a:t>
            </a:r>
          </a:p>
        </p:txBody>
      </p:sp>
      <p:sp>
        <p:nvSpPr>
          <p:cNvPr id="6" name="2">
            <a:extLst xmlns:a="http://schemas.openxmlformats.org/drawingml/2006/main">
              <a:ext uri="{FF2B5EF4-FFF2-40B4-BE49-F238E27FC236}">
                <a16:creationId xmlns:a16="http://schemas.microsoft.com/office/drawing/2014/main" id="{778CD8A4-BC02-487A-BA4D-7AFA2E017E56}"/>
              </a:ext>
            </a:extLst>
          </p:cNvPr>
          <p:cNvSpPr>
            <a:spLocks xmlns:a="http://schemas.openxmlformats.org/drawingml/2006/main" noGrp="1"/>
          </p:cNvSpPr>
          <p:nvPr/>
        </p:nvSpPr>
        <p:spPr>
          <a:xfrm xmlns:a="http://schemas.openxmlformats.org/drawingml/2006/main">
            <a:off x="609600" y="266700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A64920"/>
                </a:solidFill>
                <a:latin typeface="Arial"/>
                <a:ea typeface="Arial"/>
                <a:cs typeface="Arial"/>
              </a:defRPr>
            </a:defPPr>
            <a:lvl1pPr>
              <a:defRPr sz="2700" b="1">
                <a:solidFill>
                  <a:srgbClr val="A64920"/>
                </a:solidFill>
                <a:latin typeface="Arial"/>
                <a:ea typeface="Arial"/>
                <a:cs typeface="Arial"/>
              </a:defRPr>
            </a:lvl1pPr>
            <a:lvl2pPr>
              <a:defRPr sz="2700" b="1">
                <a:solidFill>
                  <a:srgbClr val="A64920"/>
                </a:solidFill>
                <a:latin typeface="Arial"/>
                <a:ea typeface="Arial"/>
                <a:cs typeface="Arial"/>
              </a:defRPr>
            </a:lvl2pPr>
            <a:lvl3pPr>
              <a:defRPr sz="2700" b="1">
                <a:solidFill>
                  <a:srgbClr val="A64920"/>
                </a:solidFill>
                <a:latin typeface="Arial"/>
                <a:ea typeface="Arial"/>
                <a:cs typeface="Arial"/>
              </a:defRPr>
            </a:lvl3pPr>
            <a:lvl4pPr>
              <a:defRPr sz="2700" b="1">
                <a:solidFill>
                  <a:srgbClr val="A64920"/>
                </a:solidFill>
                <a:latin typeface="Arial"/>
                <a:ea typeface="Arial"/>
                <a:cs typeface="Arial"/>
              </a:defRPr>
            </a:lvl4pPr>
            <a:lvl5pPr>
              <a:defRPr sz="2700" b="1">
                <a:solidFill>
                  <a:srgbClr val="A64920"/>
                </a:solidFill>
                <a:latin typeface="Arial"/>
                <a:ea typeface="Arial"/>
                <a:cs typeface="Arial"/>
              </a:defRPr>
            </a:lvl5pPr>
            <a:lvl6pPr>
              <a:defRPr sz="2700" b="1">
                <a:solidFill>
                  <a:srgbClr val="A64920"/>
                </a:solidFill>
                <a:latin typeface="Arial"/>
                <a:ea typeface="Arial"/>
                <a:cs typeface="Arial"/>
              </a:defRPr>
            </a:lvl6pPr>
            <a:lvl7pPr>
              <a:defRPr sz="2700" b="1">
                <a:solidFill>
                  <a:srgbClr val="A64920"/>
                </a:solidFill>
                <a:latin typeface="Arial"/>
                <a:ea typeface="Arial"/>
                <a:cs typeface="Arial"/>
              </a:defRPr>
            </a:lvl7pPr>
            <a:lvl8pPr>
              <a:defRPr sz="2700" b="1">
                <a:solidFill>
                  <a:srgbClr val="A64920"/>
                </a:solidFill>
                <a:latin typeface="Arial"/>
                <a:ea typeface="Arial"/>
                <a:cs typeface="Arial"/>
              </a:defRPr>
            </a:lvl8pPr>
            <a:lvl9pPr>
              <a:defRPr sz="2700" b="1">
                <a:solidFill>
                  <a:srgbClr val="A64920"/>
                </a:solidFill>
                <a:latin typeface="Arial"/>
                <a:ea typeface="Arial"/>
                <a:cs typeface="Arial"/>
              </a:defRPr>
            </a:lvl9pPr>
          </a:lstStyle>
          <a:p xmlns:a="http://schemas.openxmlformats.org/drawingml/2006/main">
            <a:pPr>
              <a:defRPr sz="2700" b="1">
                <a:solidFill>
                  <a:srgbClr val="A64920"/>
                </a:solidFill>
                <a:latin typeface="Arial"/>
                <a:ea typeface="Arial"/>
                <a:cs typeface="Arial"/>
              </a:defRPr>
            </a:pPr>
            <a:r>
              <a:rPr sz="2700" b="1">
                <a:solidFill>
                  <a:srgbClr val="A64920"/>
                </a:solidFill>
                <a:latin typeface="Arial"/>
                <a:ea typeface="Arial"/>
                <a:cs typeface="Arial"/>
              </a:rPr>
              <a:t>2</a:t>
            </a:r>
          </a:p>
        </p:txBody>
      </p:sp>
      <p:sp>
        <p:nvSpPr>
          <p:cNvPr id="7" name="Review the changing Exit A accounts">
            <a:extLst xmlns:a="http://schemas.openxmlformats.org/drawingml/2006/main">
              <a:ext uri="{FF2B5EF4-FFF2-40B4-BE49-F238E27FC236}">
                <a16:creationId xmlns:a16="http://schemas.microsoft.com/office/drawing/2014/main" id="{EE2607DC-6862-45C8-BF7B-6EDA98E96BA7}"/>
              </a:ext>
            </a:extLst>
          </p:cNvPr>
          <p:cNvSpPr>
            <a:spLocks xmlns:a="http://schemas.openxmlformats.org/drawingml/2006/main" noGrp="1"/>
          </p:cNvSpPr>
          <p:nvPr/>
        </p:nvSpPr>
        <p:spPr>
          <a:xfrm xmlns:a="http://schemas.openxmlformats.org/drawingml/2006/main">
            <a:off x="1381125" y="2667000"/>
            <a:ext cx="9810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1C1C1A"/>
                </a:solidFill>
                <a:latin typeface="Arial"/>
                <a:ea typeface="Arial"/>
                <a:cs typeface="Arial"/>
              </a:defRPr>
            </a:defPPr>
            <a:lvl1pPr>
              <a:defRPr sz="2400" b="0">
                <a:solidFill>
                  <a:srgbClr val="1C1C1A"/>
                </a:solidFill>
                <a:latin typeface="Arial"/>
                <a:ea typeface="Arial"/>
                <a:cs typeface="Arial"/>
              </a:defRPr>
            </a:lvl1pPr>
            <a:lvl2pPr>
              <a:defRPr sz="2400" b="0">
                <a:solidFill>
                  <a:srgbClr val="1C1C1A"/>
                </a:solidFill>
                <a:latin typeface="Arial"/>
                <a:ea typeface="Arial"/>
                <a:cs typeface="Arial"/>
              </a:defRPr>
            </a:lvl2pPr>
            <a:lvl3pPr>
              <a:defRPr sz="2400" b="0">
                <a:solidFill>
                  <a:srgbClr val="1C1C1A"/>
                </a:solidFill>
                <a:latin typeface="Arial"/>
                <a:ea typeface="Arial"/>
                <a:cs typeface="Arial"/>
              </a:defRPr>
            </a:lvl3pPr>
            <a:lvl4pPr>
              <a:defRPr sz="2400" b="0">
                <a:solidFill>
                  <a:srgbClr val="1C1C1A"/>
                </a:solidFill>
                <a:latin typeface="Arial"/>
                <a:ea typeface="Arial"/>
                <a:cs typeface="Arial"/>
              </a:defRPr>
            </a:lvl4pPr>
            <a:lvl5pPr>
              <a:defRPr sz="2400" b="0">
                <a:solidFill>
                  <a:srgbClr val="1C1C1A"/>
                </a:solidFill>
                <a:latin typeface="Arial"/>
                <a:ea typeface="Arial"/>
                <a:cs typeface="Arial"/>
              </a:defRPr>
            </a:lvl5pPr>
            <a:lvl6pPr>
              <a:defRPr sz="2400" b="0">
                <a:solidFill>
                  <a:srgbClr val="1C1C1A"/>
                </a:solidFill>
                <a:latin typeface="Arial"/>
                <a:ea typeface="Arial"/>
                <a:cs typeface="Arial"/>
              </a:defRPr>
            </a:lvl6pPr>
            <a:lvl7pPr>
              <a:defRPr sz="2400" b="0">
                <a:solidFill>
                  <a:srgbClr val="1C1C1A"/>
                </a:solidFill>
                <a:latin typeface="Arial"/>
                <a:ea typeface="Arial"/>
                <a:cs typeface="Arial"/>
              </a:defRPr>
            </a:lvl7pPr>
            <a:lvl8pPr>
              <a:defRPr sz="2400" b="0">
                <a:solidFill>
                  <a:srgbClr val="1C1C1A"/>
                </a:solidFill>
                <a:latin typeface="Arial"/>
                <a:ea typeface="Arial"/>
                <a:cs typeface="Arial"/>
              </a:defRPr>
            </a:lvl8pPr>
            <a:lvl9pPr>
              <a:defRPr sz="2400" b="0">
                <a:solidFill>
                  <a:srgbClr val="1C1C1A"/>
                </a:solidFill>
                <a:latin typeface="Arial"/>
                <a:ea typeface="Arial"/>
                <a:cs typeface="Arial"/>
              </a:defRPr>
            </a:lvl9pPr>
          </a:lstStyle>
          <a:p xmlns:a="http://schemas.openxmlformats.org/drawingml/2006/main">
            <a:pPr>
              <a:defRPr sz="2400" b="0">
                <a:solidFill>
                  <a:srgbClr val="1C1C1A"/>
                </a:solidFill>
                <a:latin typeface="Arial"/>
                <a:ea typeface="Arial"/>
                <a:cs typeface="Arial"/>
              </a:defRPr>
            </a:pPr>
            <a:r>
              <a:rPr sz="2400" b="0">
                <a:solidFill>
                  <a:srgbClr val="1C1C1A"/>
                </a:solidFill>
                <a:latin typeface="Arial"/>
                <a:ea typeface="Arial"/>
                <a:cs typeface="Arial"/>
              </a:rPr>
              <a:t>Review the changing Exit A accounts</a:t>
            </a:r>
          </a:p>
        </p:txBody>
      </p:sp>
      <p:sp>
        <p:nvSpPr>
          <p:cNvPr id="8" name="3">
            <a:extLst xmlns:a="http://schemas.openxmlformats.org/drawingml/2006/main">
              <a:ext uri="{FF2B5EF4-FFF2-40B4-BE49-F238E27FC236}">
                <a16:creationId xmlns:a16="http://schemas.microsoft.com/office/drawing/2014/main" id="{FFCCE659-42F4-4FC0-AC4F-652E0E24B950}"/>
              </a:ext>
            </a:extLst>
          </p:cNvPr>
          <p:cNvSpPr>
            <a:spLocks xmlns:a="http://schemas.openxmlformats.org/drawingml/2006/main" noGrp="1"/>
          </p:cNvSpPr>
          <p:nvPr/>
        </p:nvSpPr>
        <p:spPr>
          <a:xfrm xmlns:a="http://schemas.openxmlformats.org/drawingml/2006/main">
            <a:off x="609600" y="379095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A64920"/>
                </a:solidFill>
                <a:latin typeface="Arial"/>
                <a:ea typeface="Arial"/>
                <a:cs typeface="Arial"/>
              </a:defRPr>
            </a:defPPr>
            <a:lvl1pPr>
              <a:defRPr sz="2700" b="1">
                <a:solidFill>
                  <a:srgbClr val="A64920"/>
                </a:solidFill>
                <a:latin typeface="Arial"/>
                <a:ea typeface="Arial"/>
                <a:cs typeface="Arial"/>
              </a:defRPr>
            </a:lvl1pPr>
            <a:lvl2pPr>
              <a:defRPr sz="2700" b="1">
                <a:solidFill>
                  <a:srgbClr val="A64920"/>
                </a:solidFill>
                <a:latin typeface="Arial"/>
                <a:ea typeface="Arial"/>
                <a:cs typeface="Arial"/>
              </a:defRPr>
            </a:lvl2pPr>
            <a:lvl3pPr>
              <a:defRPr sz="2700" b="1">
                <a:solidFill>
                  <a:srgbClr val="A64920"/>
                </a:solidFill>
                <a:latin typeface="Arial"/>
                <a:ea typeface="Arial"/>
                <a:cs typeface="Arial"/>
              </a:defRPr>
            </a:lvl3pPr>
            <a:lvl4pPr>
              <a:defRPr sz="2700" b="1">
                <a:solidFill>
                  <a:srgbClr val="A64920"/>
                </a:solidFill>
                <a:latin typeface="Arial"/>
                <a:ea typeface="Arial"/>
                <a:cs typeface="Arial"/>
              </a:defRPr>
            </a:lvl4pPr>
            <a:lvl5pPr>
              <a:defRPr sz="2700" b="1">
                <a:solidFill>
                  <a:srgbClr val="A64920"/>
                </a:solidFill>
                <a:latin typeface="Arial"/>
                <a:ea typeface="Arial"/>
                <a:cs typeface="Arial"/>
              </a:defRPr>
            </a:lvl5pPr>
            <a:lvl6pPr>
              <a:defRPr sz="2700" b="1">
                <a:solidFill>
                  <a:srgbClr val="A64920"/>
                </a:solidFill>
                <a:latin typeface="Arial"/>
                <a:ea typeface="Arial"/>
                <a:cs typeface="Arial"/>
              </a:defRPr>
            </a:lvl6pPr>
            <a:lvl7pPr>
              <a:defRPr sz="2700" b="1">
                <a:solidFill>
                  <a:srgbClr val="A64920"/>
                </a:solidFill>
                <a:latin typeface="Arial"/>
                <a:ea typeface="Arial"/>
                <a:cs typeface="Arial"/>
              </a:defRPr>
            </a:lvl7pPr>
            <a:lvl8pPr>
              <a:defRPr sz="2700" b="1">
                <a:solidFill>
                  <a:srgbClr val="A64920"/>
                </a:solidFill>
                <a:latin typeface="Arial"/>
                <a:ea typeface="Arial"/>
                <a:cs typeface="Arial"/>
              </a:defRPr>
            </a:lvl8pPr>
            <a:lvl9pPr>
              <a:defRPr sz="2700" b="1">
                <a:solidFill>
                  <a:srgbClr val="A64920"/>
                </a:solidFill>
                <a:latin typeface="Arial"/>
                <a:ea typeface="Arial"/>
                <a:cs typeface="Arial"/>
              </a:defRPr>
            </a:lvl9pPr>
          </a:lstStyle>
          <a:p xmlns:a="http://schemas.openxmlformats.org/drawingml/2006/main">
            <a:pPr>
              <a:defRPr sz="2700" b="1">
                <a:solidFill>
                  <a:srgbClr val="A64920"/>
                </a:solidFill>
                <a:latin typeface="Arial"/>
                <a:ea typeface="Arial"/>
                <a:cs typeface="Arial"/>
              </a:defRPr>
            </a:pPr>
            <a:r>
              <a:rPr sz="2700" b="1">
                <a:solidFill>
                  <a:srgbClr val="A64920"/>
                </a:solidFill>
                <a:latin typeface="Arial"/>
                <a:ea typeface="Arial"/>
                <a:cs typeface="Arial"/>
              </a:rPr>
              <a:t>3</a:t>
            </a:r>
          </a:p>
        </p:txBody>
      </p:sp>
      <p:sp>
        <p:nvSpPr>
          <p:cNvPr id="9" name="Record a correction and inspect its audit ent">
            <a:extLst xmlns:a="http://schemas.openxmlformats.org/drawingml/2006/main">
              <a:ext uri="{FF2B5EF4-FFF2-40B4-BE49-F238E27FC236}">
                <a16:creationId xmlns:a16="http://schemas.microsoft.com/office/drawing/2014/main" id="{DD106D47-2446-4186-86C1-B4D91E61DB67}"/>
              </a:ext>
            </a:extLst>
          </p:cNvPr>
          <p:cNvSpPr>
            <a:spLocks xmlns:a="http://schemas.openxmlformats.org/drawingml/2006/main" noGrp="1"/>
          </p:cNvSpPr>
          <p:nvPr/>
        </p:nvSpPr>
        <p:spPr>
          <a:xfrm xmlns:a="http://schemas.openxmlformats.org/drawingml/2006/main">
            <a:off x="1381125" y="3790950"/>
            <a:ext cx="9810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1C1C1A"/>
                </a:solidFill>
                <a:latin typeface="Arial"/>
                <a:ea typeface="Arial"/>
                <a:cs typeface="Arial"/>
              </a:defRPr>
            </a:defPPr>
            <a:lvl1pPr>
              <a:defRPr sz="2400" b="0">
                <a:solidFill>
                  <a:srgbClr val="1C1C1A"/>
                </a:solidFill>
                <a:latin typeface="Arial"/>
                <a:ea typeface="Arial"/>
                <a:cs typeface="Arial"/>
              </a:defRPr>
            </a:lvl1pPr>
            <a:lvl2pPr>
              <a:defRPr sz="2400" b="0">
                <a:solidFill>
                  <a:srgbClr val="1C1C1A"/>
                </a:solidFill>
                <a:latin typeface="Arial"/>
                <a:ea typeface="Arial"/>
                <a:cs typeface="Arial"/>
              </a:defRPr>
            </a:lvl2pPr>
            <a:lvl3pPr>
              <a:defRPr sz="2400" b="0">
                <a:solidFill>
                  <a:srgbClr val="1C1C1A"/>
                </a:solidFill>
                <a:latin typeface="Arial"/>
                <a:ea typeface="Arial"/>
                <a:cs typeface="Arial"/>
              </a:defRPr>
            </a:lvl3pPr>
            <a:lvl4pPr>
              <a:defRPr sz="2400" b="0">
                <a:solidFill>
                  <a:srgbClr val="1C1C1A"/>
                </a:solidFill>
                <a:latin typeface="Arial"/>
                <a:ea typeface="Arial"/>
                <a:cs typeface="Arial"/>
              </a:defRPr>
            </a:lvl4pPr>
            <a:lvl5pPr>
              <a:defRPr sz="2400" b="0">
                <a:solidFill>
                  <a:srgbClr val="1C1C1A"/>
                </a:solidFill>
                <a:latin typeface="Arial"/>
                <a:ea typeface="Arial"/>
                <a:cs typeface="Arial"/>
              </a:defRPr>
            </a:lvl5pPr>
            <a:lvl6pPr>
              <a:defRPr sz="2400" b="0">
                <a:solidFill>
                  <a:srgbClr val="1C1C1A"/>
                </a:solidFill>
                <a:latin typeface="Arial"/>
                <a:ea typeface="Arial"/>
                <a:cs typeface="Arial"/>
              </a:defRPr>
            </a:lvl6pPr>
            <a:lvl7pPr>
              <a:defRPr sz="2400" b="0">
                <a:solidFill>
                  <a:srgbClr val="1C1C1A"/>
                </a:solidFill>
                <a:latin typeface="Arial"/>
                <a:ea typeface="Arial"/>
                <a:cs typeface="Arial"/>
              </a:defRPr>
            </a:lvl7pPr>
            <a:lvl8pPr>
              <a:defRPr sz="2400" b="0">
                <a:solidFill>
                  <a:srgbClr val="1C1C1A"/>
                </a:solidFill>
                <a:latin typeface="Arial"/>
                <a:ea typeface="Arial"/>
                <a:cs typeface="Arial"/>
              </a:defRPr>
            </a:lvl8pPr>
            <a:lvl9pPr>
              <a:defRPr sz="2400" b="0">
                <a:solidFill>
                  <a:srgbClr val="1C1C1A"/>
                </a:solidFill>
                <a:latin typeface="Arial"/>
                <a:ea typeface="Arial"/>
                <a:cs typeface="Arial"/>
              </a:defRPr>
            </a:lvl9pPr>
          </a:lstStyle>
          <a:p xmlns:a="http://schemas.openxmlformats.org/drawingml/2006/main">
            <a:pPr>
              <a:defRPr sz="2400" b="0">
                <a:solidFill>
                  <a:srgbClr val="1C1C1A"/>
                </a:solidFill>
                <a:latin typeface="Arial"/>
                <a:ea typeface="Arial"/>
                <a:cs typeface="Arial"/>
              </a:defRPr>
            </a:pPr>
            <a:r>
              <a:rPr sz="2400" b="0">
                <a:solidFill>
                  <a:srgbClr val="1C1C1A"/>
                </a:solidFill>
                <a:latin typeface="Arial"/>
                <a:ea typeface="Arial"/>
                <a:cs typeface="Arial"/>
              </a:rPr>
              <a:t>Record a correction and inspect its audit entry</a:t>
            </a:r>
          </a:p>
        </p:txBody>
      </p:sp>
      <p:sp>
        <p:nvSpPr>
          <p:cNvPr id="10" name="4">
            <a:extLst xmlns:a="http://schemas.openxmlformats.org/drawingml/2006/main">
              <a:ext uri="{FF2B5EF4-FFF2-40B4-BE49-F238E27FC236}">
                <a16:creationId xmlns:a16="http://schemas.microsoft.com/office/drawing/2014/main" id="{8590A2F0-53C1-46EA-9790-5FF408516F94}"/>
              </a:ext>
            </a:extLst>
          </p:cNvPr>
          <p:cNvSpPr>
            <a:spLocks xmlns:a="http://schemas.openxmlformats.org/drawingml/2006/main" noGrp="1"/>
          </p:cNvSpPr>
          <p:nvPr/>
        </p:nvSpPr>
        <p:spPr>
          <a:xfrm xmlns:a="http://schemas.openxmlformats.org/drawingml/2006/main">
            <a:off x="609600" y="491490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A64920"/>
                </a:solidFill>
                <a:latin typeface="Arial"/>
                <a:ea typeface="Arial"/>
                <a:cs typeface="Arial"/>
              </a:defRPr>
            </a:defPPr>
            <a:lvl1pPr>
              <a:defRPr sz="2700" b="1">
                <a:solidFill>
                  <a:srgbClr val="A64920"/>
                </a:solidFill>
                <a:latin typeface="Arial"/>
                <a:ea typeface="Arial"/>
                <a:cs typeface="Arial"/>
              </a:defRPr>
            </a:lvl1pPr>
            <a:lvl2pPr>
              <a:defRPr sz="2700" b="1">
                <a:solidFill>
                  <a:srgbClr val="A64920"/>
                </a:solidFill>
                <a:latin typeface="Arial"/>
                <a:ea typeface="Arial"/>
                <a:cs typeface="Arial"/>
              </a:defRPr>
            </a:lvl2pPr>
            <a:lvl3pPr>
              <a:defRPr sz="2700" b="1">
                <a:solidFill>
                  <a:srgbClr val="A64920"/>
                </a:solidFill>
                <a:latin typeface="Arial"/>
                <a:ea typeface="Arial"/>
                <a:cs typeface="Arial"/>
              </a:defRPr>
            </a:lvl3pPr>
            <a:lvl4pPr>
              <a:defRPr sz="2700" b="1">
                <a:solidFill>
                  <a:srgbClr val="A64920"/>
                </a:solidFill>
                <a:latin typeface="Arial"/>
                <a:ea typeface="Arial"/>
                <a:cs typeface="Arial"/>
              </a:defRPr>
            </a:lvl4pPr>
            <a:lvl5pPr>
              <a:defRPr sz="2700" b="1">
                <a:solidFill>
                  <a:srgbClr val="A64920"/>
                </a:solidFill>
                <a:latin typeface="Arial"/>
                <a:ea typeface="Arial"/>
                <a:cs typeface="Arial"/>
              </a:defRPr>
            </a:lvl5pPr>
            <a:lvl6pPr>
              <a:defRPr sz="2700" b="1">
                <a:solidFill>
                  <a:srgbClr val="A64920"/>
                </a:solidFill>
                <a:latin typeface="Arial"/>
                <a:ea typeface="Arial"/>
                <a:cs typeface="Arial"/>
              </a:defRPr>
            </a:lvl6pPr>
            <a:lvl7pPr>
              <a:defRPr sz="2700" b="1">
                <a:solidFill>
                  <a:srgbClr val="A64920"/>
                </a:solidFill>
                <a:latin typeface="Arial"/>
                <a:ea typeface="Arial"/>
                <a:cs typeface="Arial"/>
              </a:defRPr>
            </a:lvl7pPr>
            <a:lvl8pPr>
              <a:defRPr sz="2700" b="1">
                <a:solidFill>
                  <a:srgbClr val="A64920"/>
                </a:solidFill>
                <a:latin typeface="Arial"/>
                <a:ea typeface="Arial"/>
                <a:cs typeface="Arial"/>
              </a:defRPr>
            </a:lvl8pPr>
            <a:lvl9pPr>
              <a:defRPr sz="2700" b="1">
                <a:solidFill>
                  <a:srgbClr val="A64920"/>
                </a:solidFill>
                <a:latin typeface="Arial"/>
                <a:ea typeface="Arial"/>
                <a:cs typeface="Arial"/>
              </a:defRPr>
            </a:lvl9pPr>
          </a:lstStyle>
          <a:p xmlns:a="http://schemas.openxmlformats.org/drawingml/2006/main">
            <a:pPr>
              <a:defRPr sz="2700" b="1">
                <a:solidFill>
                  <a:srgbClr val="A64920"/>
                </a:solidFill>
                <a:latin typeface="Arial"/>
                <a:ea typeface="Arial"/>
                <a:cs typeface="Arial"/>
              </a:defRPr>
            </a:pPr>
            <a:r>
              <a:rPr sz="2700" b="1">
                <a:solidFill>
                  <a:srgbClr val="A64920"/>
                </a:solidFill>
                <a:latin typeface="Arial"/>
                <a:ea typeface="Arial"/>
                <a:cs typeface="Arial"/>
              </a:rPr>
              <a:t>4</a:t>
            </a:r>
          </a:p>
        </p:txBody>
      </p:sp>
      <p:sp>
        <p:nvSpPr>
          <p:cNvPr id="11" name="Open the measured evaluation and discuss its ">
            <a:extLst xmlns:a="http://schemas.openxmlformats.org/drawingml/2006/main">
              <a:ext uri="{FF2B5EF4-FFF2-40B4-BE49-F238E27FC236}">
                <a16:creationId xmlns:a16="http://schemas.microsoft.com/office/drawing/2014/main" id="{9167B59F-1B12-421C-8A5E-10C1DD16F721}"/>
              </a:ext>
            </a:extLst>
          </p:cNvPr>
          <p:cNvSpPr>
            <a:spLocks xmlns:a="http://schemas.openxmlformats.org/drawingml/2006/main" noGrp="1"/>
          </p:cNvSpPr>
          <p:nvPr/>
        </p:nvSpPr>
        <p:spPr>
          <a:xfrm xmlns:a="http://schemas.openxmlformats.org/drawingml/2006/main">
            <a:off x="1381125" y="4914900"/>
            <a:ext cx="9810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1C1C1A"/>
                </a:solidFill>
                <a:latin typeface="Arial"/>
                <a:ea typeface="Arial"/>
                <a:cs typeface="Arial"/>
              </a:defRPr>
            </a:defPPr>
            <a:lvl1pPr>
              <a:defRPr sz="2400" b="0">
                <a:solidFill>
                  <a:srgbClr val="1C1C1A"/>
                </a:solidFill>
                <a:latin typeface="Arial"/>
                <a:ea typeface="Arial"/>
                <a:cs typeface="Arial"/>
              </a:defRPr>
            </a:lvl1pPr>
            <a:lvl2pPr>
              <a:defRPr sz="2400" b="0">
                <a:solidFill>
                  <a:srgbClr val="1C1C1A"/>
                </a:solidFill>
                <a:latin typeface="Arial"/>
                <a:ea typeface="Arial"/>
                <a:cs typeface="Arial"/>
              </a:defRPr>
            </a:lvl2pPr>
            <a:lvl3pPr>
              <a:defRPr sz="2400" b="0">
                <a:solidFill>
                  <a:srgbClr val="1C1C1A"/>
                </a:solidFill>
                <a:latin typeface="Arial"/>
                <a:ea typeface="Arial"/>
                <a:cs typeface="Arial"/>
              </a:defRPr>
            </a:lvl3pPr>
            <a:lvl4pPr>
              <a:defRPr sz="2400" b="0">
                <a:solidFill>
                  <a:srgbClr val="1C1C1A"/>
                </a:solidFill>
                <a:latin typeface="Arial"/>
                <a:ea typeface="Arial"/>
                <a:cs typeface="Arial"/>
              </a:defRPr>
            </a:lvl4pPr>
            <a:lvl5pPr>
              <a:defRPr sz="2400" b="0">
                <a:solidFill>
                  <a:srgbClr val="1C1C1A"/>
                </a:solidFill>
                <a:latin typeface="Arial"/>
                <a:ea typeface="Arial"/>
                <a:cs typeface="Arial"/>
              </a:defRPr>
            </a:lvl5pPr>
            <a:lvl6pPr>
              <a:defRPr sz="2400" b="0">
                <a:solidFill>
                  <a:srgbClr val="1C1C1A"/>
                </a:solidFill>
                <a:latin typeface="Arial"/>
                <a:ea typeface="Arial"/>
                <a:cs typeface="Arial"/>
              </a:defRPr>
            </a:lvl6pPr>
            <a:lvl7pPr>
              <a:defRPr sz="2400" b="0">
                <a:solidFill>
                  <a:srgbClr val="1C1C1A"/>
                </a:solidFill>
                <a:latin typeface="Arial"/>
                <a:ea typeface="Arial"/>
                <a:cs typeface="Arial"/>
              </a:defRPr>
            </a:lvl7pPr>
            <a:lvl8pPr>
              <a:defRPr sz="2400" b="0">
                <a:solidFill>
                  <a:srgbClr val="1C1C1A"/>
                </a:solidFill>
                <a:latin typeface="Arial"/>
                <a:ea typeface="Arial"/>
                <a:cs typeface="Arial"/>
              </a:defRPr>
            </a:lvl8pPr>
            <a:lvl9pPr>
              <a:defRPr sz="2400" b="0">
                <a:solidFill>
                  <a:srgbClr val="1C1C1A"/>
                </a:solidFill>
                <a:latin typeface="Arial"/>
                <a:ea typeface="Arial"/>
                <a:cs typeface="Arial"/>
              </a:defRPr>
            </a:lvl9pPr>
          </a:lstStyle>
          <a:p xmlns:a="http://schemas.openxmlformats.org/drawingml/2006/main">
            <a:pPr>
              <a:defRPr sz="2400" b="0">
                <a:solidFill>
                  <a:srgbClr val="1C1C1A"/>
                </a:solidFill>
                <a:latin typeface="Arial"/>
                <a:ea typeface="Arial"/>
                <a:cs typeface="Arial"/>
              </a:defRPr>
            </a:pPr>
            <a:r>
              <a:rPr sz="2400" b="0">
                <a:solidFill>
                  <a:srgbClr val="1C1C1A"/>
                </a:solidFill>
                <a:latin typeface="Arial"/>
                <a:ea typeface="Arial"/>
                <a:cs typeface="Arial"/>
              </a:rPr>
              <a:t>Open the measured evaluation and discuss its limits</a:t>
            </a:r>
          </a:p>
        </p:txBody>
      </p:sp>
      <p:sp>
        <p:nvSpPr>
          <p:cNvPr id="12" name="Every accepted report remains available for c">
            <a:extLst xmlns:a="http://schemas.openxmlformats.org/drawingml/2006/main">
              <a:ext uri="{FF2B5EF4-FFF2-40B4-BE49-F238E27FC236}">
                <a16:creationId xmlns:a16="http://schemas.microsoft.com/office/drawing/2014/main" id="{EFF7949C-6752-4A55-A2F8-E82DBDB8A72A}"/>
              </a:ext>
            </a:extLst>
          </p:cNvPr>
          <p:cNvSpPr>
            <a:spLocks xmlns:a="http://schemas.openxmlformats.org/drawingml/2006/main" noGrp="1"/>
          </p:cNvSpPr>
          <p:nvPr/>
        </p:nvSpPr>
        <p:spPr>
          <a:xfrm xmlns:a="http://schemas.openxmlformats.org/drawingml/2006/main">
            <a:off x="609600" y="60198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C1C1A"/>
                </a:solidFill>
                <a:latin typeface="Arial"/>
                <a:ea typeface="Arial"/>
                <a:cs typeface="Arial"/>
              </a:defRPr>
            </a:defPPr>
            <a:lvl1pPr>
              <a:defRPr sz="1800" b="1">
                <a:solidFill>
                  <a:srgbClr val="1C1C1A"/>
                </a:solidFill>
                <a:latin typeface="Arial"/>
                <a:ea typeface="Arial"/>
                <a:cs typeface="Arial"/>
              </a:defRPr>
            </a:lvl1pPr>
            <a:lvl2pPr>
              <a:defRPr sz="1800" b="1">
                <a:solidFill>
                  <a:srgbClr val="1C1C1A"/>
                </a:solidFill>
                <a:latin typeface="Arial"/>
                <a:ea typeface="Arial"/>
                <a:cs typeface="Arial"/>
              </a:defRPr>
            </a:lvl2pPr>
            <a:lvl3pPr>
              <a:defRPr sz="1800" b="1">
                <a:solidFill>
                  <a:srgbClr val="1C1C1A"/>
                </a:solidFill>
                <a:latin typeface="Arial"/>
                <a:ea typeface="Arial"/>
                <a:cs typeface="Arial"/>
              </a:defRPr>
            </a:lvl3pPr>
            <a:lvl4pPr>
              <a:defRPr sz="1800" b="1">
                <a:solidFill>
                  <a:srgbClr val="1C1C1A"/>
                </a:solidFill>
                <a:latin typeface="Arial"/>
                <a:ea typeface="Arial"/>
                <a:cs typeface="Arial"/>
              </a:defRPr>
            </a:lvl4pPr>
            <a:lvl5pPr>
              <a:defRPr sz="1800" b="1">
                <a:solidFill>
                  <a:srgbClr val="1C1C1A"/>
                </a:solidFill>
                <a:latin typeface="Arial"/>
                <a:ea typeface="Arial"/>
                <a:cs typeface="Arial"/>
              </a:defRPr>
            </a:lvl5pPr>
            <a:lvl6pPr>
              <a:defRPr sz="1800" b="1">
                <a:solidFill>
                  <a:srgbClr val="1C1C1A"/>
                </a:solidFill>
                <a:latin typeface="Arial"/>
                <a:ea typeface="Arial"/>
                <a:cs typeface="Arial"/>
              </a:defRPr>
            </a:lvl6pPr>
            <a:lvl7pPr>
              <a:defRPr sz="1800" b="1">
                <a:solidFill>
                  <a:srgbClr val="1C1C1A"/>
                </a:solidFill>
                <a:latin typeface="Arial"/>
                <a:ea typeface="Arial"/>
                <a:cs typeface="Arial"/>
              </a:defRPr>
            </a:lvl7pPr>
            <a:lvl8pPr>
              <a:defRPr sz="1800" b="1">
                <a:solidFill>
                  <a:srgbClr val="1C1C1A"/>
                </a:solidFill>
                <a:latin typeface="Arial"/>
                <a:ea typeface="Arial"/>
                <a:cs typeface="Arial"/>
              </a:defRPr>
            </a:lvl8pPr>
            <a:lvl9pPr>
              <a:defRPr sz="1800" b="1">
                <a:solidFill>
                  <a:srgbClr val="1C1C1A"/>
                </a:solidFill>
                <a:latin typeface="Arial"/>
                <a:ea typeface="Arial"/>
                <a:cs typeface="Arial"/>
              </a:defRPr>
            </a:lvl9pPr>
          </a:lstStyle>
          <a:p xmlns:a="http://schemas.openxmlformats.org/drawingml/2006/main">
            <a:pPr>
              <a:defRPr sz="1800" b="1">
                <a:solidFill>
                  <a:srgbClr val="1C1C1A"/>
                </a:solidFill>
                <a:latin typeface="Arial"/>
                <a:ea typeface="Arial"/>
                <a:cs typeface="Arial"/>
              </a:defRPr>
            </a:pPr>
            <a:r>
              <a:rPr sz="1800" b="1">
                <a:solidFill>
                  <a:srgbClr val="1C1C1A"/>
                </a:solidFill>
                <a:latin typeface="Arial"/>
                <a:ea typeface="Arial"/>
                <a:cs typeface="Arial"/>
              </a:rPr>
              <a:t>Every accepted report remains available for coordinator review.</a:t>
            </a:r>
          </a:p>
        </p:txBody>
      </p:sp>
    </p:spTree>
    <p:extLst>
      <p:ext uri="{BB962C8B-B14F-4D97-AF65-F5344CB8AC3E}">
        <p14:creationId xmlns:p14="http://schemas.microsoft.com/office/powerpoint/2010/main" val="19233520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2026-10-24T19:57:09.2140000Z</dcterms:created>
  <dcterms:modified xsi:type="dcterms:W3CDTF">2026-10-24T19:57:09.2140000Z</dcterms:modified>
</coreProperties>
</file>