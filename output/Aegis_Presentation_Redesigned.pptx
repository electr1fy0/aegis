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6a30e1dce4419a" /><Relationship Type="http://schemas.openxmlformats.org/officeDocument/2006/relationships/extended-properties" Target="/docProps/app.xml" Id="Rff6bacf0a8994e37" /><Relationship Type="http://schemas.openxmlformats.org/officeDocument/2006/relationships/officeDocument" Target="/ppt/presentation.xml" Id="Rd9d14ec9203a4712" /></Relationships>
</file>

<file path=ppt/presentation.xml><?xml version="1.0" encoding="utf-8"?>
<p:presentation xmlns:p="http://schemas.openxmlformats.org/presentationml/2006/main">
  <p:sldMasterIdLst>
    <p:sldMasterId xmlns:r="http://schemas.openxmlformats.org/officeDocument/2006/relationships" id="2147483648" r:id="R0764cab92b3446e4"/>
  </p:sldMasterIdLst>
  <p:notesMasterIdLst>
    <p:notesMasterId xmlns:r="http://schemas.openxmlformats.org/officeDocument/2006/relationships" r:id="Rb7a54b7b9b3d4e91"/>
  </p:notesMasterIdLst>
  <p:sldIdLst>
    <p:sldId xmlns:r="http://schemas.openxmlformats.org/officeDocument/2006/relationships" id="256" r:id="R6e48d321b3d54b1e"/>
    <p:sldId xmlns:r="http://schemas.openxmlformats.org/officeDocument/2006/relationships" id="257" r:id="R0a98ff9f45034752"/>
    <p:sldId xmlns:r="http://schemas.openxmlformats.org/officeDocument/2006/relationships" id="258" r:id="Recbfa6fec4f24155"/>
    <p:sldId xmlns:r="http://schemas.openxmlformats.org/officeDocument/2006/relationships" id="259" r:id="Rbdf4700c2374410c"/>
    <p:sldId xmlns:r="http://schemas.openxmlformats.org/officeDocument/2006/relationships" id="260" r:id="R381240429baf43fa"/>
    <p:sldId xmlns:r="http://schemas.openxmlformats.org/officeDocument/2006/relationships" id="261" r:id="Raa3458e7cf714e64"/>
    <p:sldId xmlns:r="http://schemas.openxmlformats.org/officeDocument/2006/relationships" id="262" r:id="R3e7a7ca3db4049b9"/>
    <p:sldId xmlns:r="http://schemas.openxmlformats.org/officeDocument/2006/relationships" id="263" r:id="R03651517d06c4fe6"/>
    <p:sldId xmlns:r="http://schemas.openxmlformats.org/officeDocument/2006/relationships" id="264" r:id="R4805e5f836da4d21"/>
    <p:sldId xmlns:r="http://schemas.openxmlformats.org/officeDocument/2006/relationships" id="265" r:id="R86304c0d14a84868"/>
    <p:sldId xmlns:r="http://schemas.openxmlformats.org/officeDocument/2006/relationships" id="266" r:id="R153ec717a35a447a"/>
    <p:sldId xmlns:r="http://schemas.openxmlformats.org/officeDocument/2006/relationships" id="267" r:id="R8072b40318884b95"/>
    <p:sldId xmlns:r="http://schemas.openxmlformats.org/officeDocument/2006/relationships" id="268" r:id="R9fcd6e5c56984c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3377f8e75449ca" /><Relationship Type="http://schemas.openxmlformats.org/officeDocument/2006/relationships/slideMaster" Target="/ppt/slideMasters/slideMaster1.xml" Id="R0764cab92b3446e4" /><Relationship Type="http://schemas.openxmlformats.org/officeDocument/2006/relationships/notesMaster" Target="/ppt/notesMasters/notesMaster1.xml" Id="Rb7a54b7b9b3d4e91" /><Relationship Type="http://schemas.openxmlformats.org/officeDocument/2006/relationships/presProps" Target="/ppt/presProps.xml" Id="R55d46c3b3ce84976" /><Relationship Type="http://schemas.openxmlformats.org/officeDocument/2006/relationships/tableStyles" Target="/ppt/tableStyles.xml" Id="R157a1f66f2d547b7" /><Relationship Type="http://schemas.openxmlformats.org/officeDocument/2006/relationships/slide" Target="/ppt/slides/slide1.xml" Id="R6e48d321b3d54b1e" /><Relationship Type="http://schemas.openxmlformats.org/officeDocument/2006/relationships/slide" Target="/ppt/slides/slide2.xml" Id="R0a98ff9f45034752" /><Relationship Type="http://schemas.openxmlformats.org/officeDocument/2006/relationships/slide" Target="/ppt/slides/slide3.xml" Id="Recbfa6fec4f24155" /><Relationship Type="http://schemas.openxmlformats.org/officeDocument/2006/relationships/slide" Target="/ppt/slides/slide4.xml" Id="Rbdf4700c2374410c" /><Relationship Type="http://schemas.openxmlformats.org/officeDocument/2006/relationships/slide" Target="/ppt/slides/slide5.xml" Id="R381240429baf43fa" /><Relationship Type="http://schemas.openxmlformats.org/officeDocument/2006/relationships/slide" Target="/ppt/slides/slide6.xml" Id="Raa3458e7cf714e64" /><Relationship Type="http://schemas.openxmlformats.org/officeDocument/2006/relationships/slide" Target="/ppt/slides/slide7.xml" Id="R3e7a7ca3db4049b9" /><Relationship Type="http://schemas.openxmlformats.org/officeDocument/2006/relationships/slide" Target="/ppt/slides/slide8.xml" Id="R03651517d06c4fe6" /><Relationship Type="http://schemas.openxmlformats.org/officeDocument/2006/relationships/slide" Target="/ppt/slides/slide9.xml" Id="R4805e5f836da4d21" /><Relationship Type="http://schemas.openxmlformats.org/officeDocument/2006/relationships/slide" Target="/ppt/slides/slide10.xml" Id="R86304c0d14a84868" /><Relationship Type="http://schemas.openxmlformats.org/officeDocument/2006/relationships/slide" Target="/ppt/slides/slide11.xml" Id="R153ec717a35a447a" /><Relationship Type="http://schemas.openxmlformats.org/officeDocument/2006/relationships/slide" Target="/ppt/slides/slide12.xml" Id="R8072b40318884b95" /><Relationship Type="http://schemas.openxmlformats.org/officeDocument/2006/relationships/slide" Target="/ppt/slides/slide13.xml" Id="R9fcd6e5c56984c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0b5bd2428c49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2d9f6cca1f4f11" /><Relationship Type="http://schemas.openxmlformats.org/officeDocument/2006/relationships/notesMaster" Target="/ppt/notesMasters/notesMaster1.xml" Id="R3b88a60d6ee843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e58ed37b034fcd" /><Relationship Type="http://schemas.openxmlformats.org/officeDocument/2006/relationships/notesMaster" Target="/ppt/notesMasters/notesMaster1.xml" Id="R572dc6459b5043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fec7a14e5e403e" /><Relationship Type="http://schemas.openxmlformats.org/officeDocument/2006/relationships/notesMaster" Target="/ppt/notesMasters/notesMaster1.xml" Id="R30ed1bb2279149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3ee06f583e4e91" /><Relationship Type="http://schemas.openxmlformats.org/officeDocument/2006/relationships/notesMaster" Target="/ppt/notesMasters/notesMaster1.xml" Id="Rbcb5fd88642244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d8a48a0414403e" /><Relationship Type="http://schemas.openxmlformats.org/officeDocument/2006/relationships/notesMaster" Target="/ppt/notesMasters/notesMaster1.xml" Id="Red025976708740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76d52f08474fee" /><Relationship Type="http://schemas.openxmlformats.org/officeDocument/2006/relationships/notesMaster" Target="/ppt/notesMasters/notesMaster1.xml" Id="R8d9ad5556f7c4b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ece3e4eb37462f" /><Relationship Type="http://schemas.openxmlformats.org/officeDocument/2006/relationships/notesMaster" Target="/ppt/notesMasters/notesMaster1.xml" Id="R6f6b5c1dd8784e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8c3fc0266f4cb0" /><Relationship Type="http://schemas.openxmlformats.org/officeDocument/2006/relationships/notesMaster" Target="/ppt/notesMasters/notesMaster1.xml" Id="R75118be12b8845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b77b8100614158" /><Relationship Type="http://schemas.openxmlformats.org/officeDocument/2006/relationships/notesMaster" Target="/ppt/notesMasters/notesMaster1.xml" Id="Rc0c685e58cf34a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e043ed66734866" /><Relationship Type="http://schemas.openxmlformats.org/officeDocument/2006/relationships/notesMaster" Target="/ppt/notesMasters/notesMaster1.xml" Id="Rd040c4cd57c346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d3e29cdd8b460e" /><Relationship Type="http://schemas.openxmlformats.org/officeDocument/2006/relationships/notesMaster" Target="/ppt/notesMasters/notesMaster1.xml" Id="R7e5b5285e53345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f0697ecefb4eb5" /><Relationship Type="http://schemas.openxmlformats.org/officeDocument/2006/relationships/notesMaster" Target="/ppt/notesMasters/notesMaster1.xml" Id="R2926f397112e48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5f72b7e1a940a1" /><Relationship Type="http://schemas.openxmlformats.org/officeDocument/2006/relationships/notesMaster" Target="/ppt/notesMasters/notesMaster1.xml" Id="R04adb906d8ec44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implements AI Innovate-A-Thon Topic 10 as a synthetic campus event exercise prototype. Contributors: Ayush Pandey, 24BIT0394, and Dheeraj Sutram, 24BIT0416. The background detail is cropped from the genuine application screenshot and shows an illustrative schematic. Source: README.md and docs/latex-report/screenshots/dashboard-wide.png.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selected accounts from the Exit A demo family illustrate the coordination problem. The replay family contains four reports overall. The displayed quotes are source clauses from demo reports 4, 10 and the later clear-door account. Opposing reports may describe a changing situation or conflicting accounts. Source: data/scenarios/demo.json.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genuine Operations screenshot was captured after all 24 demo reports were ingested through the API. The capture returned 24 reports, 8 provisional incident groups and 3 unresolved opposing report pairs. The crop focuses on the queue and schematic. All data and locations are synthetic. Source: docs/latex-report/screenshots/dashboard-wide.png and .artifacts-build/capture-state.json.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ordinary form and replay use the same intake path. FastAPI and Pydantic validate inputs. The backend persists the original report with a provisional incident before analysis. The Python engine produces grouping evidence and priority reasons. SQLite stores memberships, review decisions and audit entries. The React and TypeScript frontend displays snapshots and submits version-checked decisions. Source: backend/aegis/api.py, engine.py, storage.py, models.py and frontend/src/.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stacked chart shows the configured ranking weights: text 0.65, location 0.20, time 0.10 and category 0.05. Missing score components are omitted and available weights renormalized. Required context still gates attachment. In lexical mode the candidate threshold is 0.33, anchor similarity minimum is 0.05 and candidate margin minimum is 0.08. Known compatible time and specific shared location or entity are required. MiniLM uses separate gates, 0.82 and 0.62, with the same margin. Measured mode is lexical fallback, as actual MiniLM weights were unavailable. Source: backend/aegis/engine.py and evaluation/results/latest.json.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versioned exercise policy is separate from matching. P0 uses supported affirmative phrases alleging immediate danger. P1 includes blocked exits, medical concerns and supported vulnerable missing-person cases. P2 is a facility issue with a reporter-supplied zone. Unassessed is used when supported information is insufficient. The incident keeps the strongest unresolved signal. The finite English rules have no clinical validation. Source: backend/aegis/engine.py.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conflict inspector preserves supporting phrases for opposing exit_access values. Blocked and clear are reported values, not verified states. Later reassuring evidence does not automatically close an incident or cancel unresolved urgent evidence. The coordinator can resolve or reopen a conflict with a reason. Source: docs/latex-report/screenshots/conflict-detail.png, backend/aegis/engine.py and storage.py.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confirmation form is a genuine screenshot. Grouping actions are confirm, reject, move, merge and split. Mutations require a reason and the versions the coordinator reviewed. Stale edits receive HTTP 409. The quoted reason was entered in the completed confirmation captured in the report audit screenshot. Source: docs/API_CONTRACT.md, backend/aegis/storage.py and screenshots/decision.png and audit.png.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Fixtures contain 24 demo reports across 8 families, 60 development reports across 20 families and 60 fixed test/regression reports across 20 families, for 144 reports total. Family labels are separate from runtime inputs. Categories and scenario patterns recur across splits. The test set was inspected during engineering and became a regression benchmark. Source: data/README.md, data/evaluation/ and backend/aegis/evaluation.py.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lexical results on 60 synthetic regression reports: baseline precision 1.0, recall 0.060606, F1 0.114286, 0 false merge pairs and 62 missed pairs. Aegis precision 1.0, recall 0.621212, F1 0.766355, 0 false merge pairs and 25 missed pairs. Of 66 true same-family pairs, Aegis recovers 41 and the baseline 4. All Aegis reports carry review flags. Review rates are based on different method-specific rules. Source: evaluation/results/latest.json.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verification from 24 October 2026: 196 backend tests and 140 frontend tests passed. Configured coverage measures reached 100%. Lint, formatting, strict TypeScript and production builds passed. Chromium smoke covered replay, intake, grouping confirmation, audit and evaluation with no uncaught browser errors. Coverage measures execution of the included code paths. This refers to the recorded run. Source: docs/VERIFICATION.md and evaluation/results/verification.json.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Matching uses lexical overlap and finite English extraction rules. Actual MiniLM weights were unavailable in the measured environment. Next evaluation needs cached real weights, independently prepared examples and fixed thresholds. User studies should measure coordinator effort and errors. Access control, operational review and real-device accessibility testing remain deployment work. Source: README.md, docs/REPORT.md and docs/REVIEW.md.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demonstration: start a fresh replay, inspect a duplicate family, show changing Exit A accounts, make a correction with a reason, inspect the audit and open evaluation. Keep lexical and synthetic exercise status visible. Source: docs/DEMO.md. Contributors: Ayush Pandey 24BIT0394 and Dheeraj Sutram 24BIT0416.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6251bc10b74a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92ecead4284c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0b91e0cea446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c65693368445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e2c92f42a841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b97c7a65be4b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30E0A9-387C-4493-A37E-3BCF7176F9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C66AE3-047C-4F5C-AE4D-1E95FA2082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391EEE-8767-446F-A477-1308B1FC7E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290619-9A15-44F9-BC70-5F481D8C08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E4940D-FC9A-48BC-8230-DEE9AA929E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86E5A9-AB67-4F74-9D3B-6867762656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03713B-64F9-4388-8B50-3EDEC9875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8CB4C6-0C90-42C2-850F-6C576F79AD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16FE1-F0CC-4FE6-80B6-8BCDAF6C27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BF6B3B-4F77-45D2-8AAA-8648F4E72B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a582faadbb4813" /><Relationship Type="http://schemas.openxmlformats.org/officeDocument/2006/relationships/slideLayout" Target="/ppt/slideLayouts/slideLayout1.xml" Id="R9c42b61572734a94" /><Relationship Type="http://schemas.openxmlformats.org/officeDocument/2006/relationships/slideLayout" Target="/ppt/slideLayouts/slideLayout2.xml" Id="Rb2d268875e5d4450" /><Relationship Type="http://schemas.openxmlformats.org/officeDocument/2006/relationships/slideLayout" Target="/ppt/slideLayouts/slideLayout3.xml" Id="R59645009fbdf49dd" /><Relationship Type="http://schemas.openxmlformats.org/officeDocument/2006/relationships/slideLayout" Target="/ppt/slideLayouts/slideLayout4.xml" Id="R9cbda746f0ed47a8" /><Relationship Type="http://schemas.openxmlformats.org/officeDocument/2006/relationships/slideLayout" Target="/ppt/slideLayouts/slideLayout5.xml" Id="R61fc700c3ea946e9" /><Relationship Type="http://schemas.openxmlformats.org/officeDocument/2006/relationships/slideLayout" Target="/ppt/slideLayouts/slideLayout6.xml" Id="Raf435d8168494a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42b61572734a94"/>
    <p:sldLayoutId xmlns:r="http://schemas.openxmlformats.org/officeDocument/2006/relationships" id="2147483650" r:id="Rb2d268875e5d4450"/>
    <p:sldLayoutId xmlns:r="http://schemas.openxmlformats.org/officeDocument/2006/relationships" id="2147483651" r:id="R59645009fbdf49dd"/>
    <p:sldLayoutId xmlns:r="http://schemas.openxmlformats.org/officeDocument/2006/relationships" id="2147483652" r:id="R9cbda746f0ed47a8"/>
    <p:sldLayoutId xmlns:r="http://schemas.openxmlformats.org/officeDocument/2006/relationships" id="2147483653" r:id="R61fc700c3ea946e9"/>
    <p:sldLayoutId xmlns:r="http://schemas.openxmlformats.org/officeDocument/2006/relationships" id="2147483654" r:id="Raf435d8168494a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e5dfbd33ae447e" /><Relationship Type="http://schemas.openxmlformats.org/officeDocument/2006/relationships/image" Target="/ppt/media/image.png" Id="R0f2d4bd2de9344e8" /><Relationship Type="http://schemas.openxmlformats.org/officeDocument/2006/relationships/notesSlide" Target="/ppt/notesSlides/notesSlide1.xml" Id="R7ee6c270e1cd4d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3b3da25e4845e7" /><Relationship Type="http://schemas.openxmlformats.org/officeDocument/2006/relationships/notesSlide" Target="/ppt/notesSlides/notesSlide2.xml" Id="Re3a10345f0054c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a4d80bb92f479b" /><Relationship Type="http://schemas.openxmlformats.org/officeDocument/2006/relationships/image" Target="/ppt/media/image2.png" Id="R9d019b95452b4ea1" /><Relationship Type="http://schemas.openxmlformats.org/officeDocument/2006/relationships/notesSlide" Target="/ppt/notesSlides/notesSlide3.xml" Id="Ref5ef0619de54f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6338e4dccf4cf5" /><Relationship Type="http://schemas.openxmlformats.org/officeDocument/2006/relationships/notesSlide" Target="/ppt/notesSlides/notesSlide4.xml" Id="Rf418d9a84a9b49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a8f5d387454436" /><Relationship Type="http://schemas.openxmlformats.org/officeDocument/2006/relationships/chart" Target="/ppt/slides/charts/chart1.xml" Id="Rbf4f049e1f39409c" /><Relationship Type="http://schemas.openxmlformats.org/officeDocument/2006/relationships/notesSlide" Target="/ppt/notesSlides/notesSlide5.xml" Id="R970ef8776eee43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74560ed93c450d" /><Relationship Type="http://schemas.openxmlformats.org/officeDocument/2006/relationships/notesSlide" Target="/ppt/notesSlides/notesSlide6.xml" Id="Rc065b68b817944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da4fe976354bc4" /><Relationship Type="http://schemas.openxmlformats.org/officeDocument/2006/relationships/image" Target="/ppt/media/image3.png" Id="R9979ec54d09046b1" /><Relationship Type="http://schemas.openxmlformats.org/officeDocument/2006/relationships/notesSlide" Target="/ppt/notesSlides/notesSlide7.xml" Id="R1489fe630b574e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236a540e254fa2" /><Relationship Type="http://schemas.openxmlformats.org/officeDocument/2006/relationships/image" Target="/ppt/media/image4.png" Id="R0e699a8ff3724787" /><Relationship Type="http://schemas.openxmlformats.org/officeDocument/2006/relationships/notesSlide" Target="/ppt/notesSlides/notesSlide8.xml" Id="R2bdb4b9fced34e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741529888f48ef" /><Relationship Type="http://schemas.openxmlformats.org/officeDocument/2006/relationships/chart" Target="/ppt/slides/charts/chart2.xml" Id="R7da0c91f618042af" /><Relationship Type="http://schemas.openxmlformats.org/officeDocument/2006/relationships/notesSlide" Target="/ppt/notesSlides/notesSlide9.xml" Id="R6aaed8f42f3b40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9ebc25eb8443c0" /><Relationship Type="http://schemas.openxmlformats.org/officeDocument/2006/relationships/chart" Target="/ppt/slides/charts/chart3.xml" Id="R7ecd1ee1abd44735" /><Relationship Type="http://schemas.openxmlformats.org/officeDocument/2006/relationships/notesSlide" Target="/ppt/notesSlides/notesSlide10.xml" Id="Rdef343436df04b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5c672c5693492d" /><Relationship Type="http://schemas.openxmlformats.org/officeDocument/2006/relationships/notesSlide" Target="/ppt/notesSlides/notesSlide11.xml" Id="R1c4573cb1dd349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97dd5528704bc7" /><Relationship Type="http://schemas.openxmlformats.org/officeDocument/2006/relationships/notesSlide" Target="/ppt/notesSlides/notesSlide12.xml" Id="R9a2b97a3fa1045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9c8e70357dd4e6f" /><Relationship Type="http://schemas.openxmlformats.org/officeDocument/2006/relationships/notesSlide" Target="/ppt/notesSlides/notesSlide13.xml" Id="R2781a8915e724d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Text 65%</c:v>
          </c:tx>
          <c:spPr>
            <a:solidFill xmlns:a="http://schemas.openxmlformats.org/drawingml/2006/main">
              <a:srgbClr val="FF6429"/>
            </a:solidFill>
          </c:spPr>
          <c:invertIfNegative val="0"/>
          <c:cat>
            <c:strRef>
              <c:f>'Chart Data'!$A$2:$A$2</c:f>
              <c:strCache>
                <c:ptCount val="1"/>
                <c:pt idx="0">
                  <c:v>Ranking weights</c:v>
                </c:pt>
              </c:strCache>
            </c:strRef>
          </c:cat>
          <c:val>
            <c:numRef>
              <c:f>'Chart Data'!$B$2:$B$2</c:f>
              <c:numCache>
                <c:formatCode>General</c:formatCode>
                <c:ptCount val="1"/>
                <c:pt idx="0">
                  <c:v>0.65</c:v>
                </c:pt>
              </c:numCache>
            </c:numRef>
          </c:val>
        </c:ser>
        <c:ser>
          <c:idx val="1"/>
          <c:order val="1"/>
          <c:tx>
            <c:v>Location 20%</c:v>
          </c:tx>
          <c:spPr>
            <a:solidFill xmlns:a="http://schemas.openxmlformats.org/drawingml/2006/main">
              <a:srgbClr val="AEB9C0"/>
            </a:solidFill>
          </c:spPr>
          <c:invertIfNegative val="0"/>
          <c:cat>
            <c:strRef>
              <c:f>'Chart Data'!$C$2:$C$2</c:f>
              <c:strCache>
                <c:ptCount val="1"/>
                <c:pt idx="0">
                  <c:v>Ranking weights</c:v>
                </c:pt>
              </c:strCache>
            </c:strRef>
          </c:cat>
          <c:val>
            <c:numRef>
              <c:f>'Chart Data'!$D$2:$D$2</c:f>
              <c:numCache>
                <c:formatCode>General</c:formatCode>
                <c:ptCount val="1"/>
                <c:pt idx="0">
                  <c:v>0.2</c:v>
                </c:pt>
              </c:numCache>
            </c:numRef>
          </c:val>
        </c:ser>
        <c:ser>
          <c:idx val="2"/>
          <c:order val="2"/>
          <c:tx>
            <c:v>Time 10%</c:v>
          </c:tx>
          <c:spPr>
            <a:solidFill xmlns:a="http://schemas.openxmlformats.org/drawingml/2006/main">
              <a:srgbClr val="687A86"/>
            </a:solidFill>
          </c:spPr>
          <c:invertIfNegative val="0"/>
          <c:cat>
            <c:strRef>
              <c:f>'Chart Data'!$E$2:$E$2</c:f>
              <c:strCache>
                <c:ptCount val="1"/>
                <c:pt idx="0">
                  <c:v>Ranking weights</c:v>
                </c:pt>
              </c:strCache>
            </c:strRef>
          </c:cat>
          <c:val>
            <c:numRef>
              <c:f>'Chart Data'!$F$2:$F$2</c:f>
              <c:numCache>
                <c:formatCode>General</c:formatCode>
                <c:ptCount val="1"/>
                <c:pt idx="0">
                  <c:v>0.1</c:v>
                </c:pt>
              </c:numCache>
            </c:numRef>
          </c:val>
        </c:ser>
        <c:ser>
          <c:idx val="3"/>
          <c:order val="3"/>
          <c:tx>
            <c:v>Category 5%</c:v>
          </c:tx>
          <c:spPr>
            <a:solidFill xmlns:a="http://schemas.openxmlformats.org/drawingml/2006/main">
              <a:srgbClr val="E9EEF1"/>
            </a:solidFill>
          </c:spPr>
          <c:invertIfNegative val="0"/>
          <c:cat>
            <c:strRef>
              <c:f>'Chart Data'!$G$2:$G$2</c:f>
              <c:strCache>
                <c:ptCount val="1"/>
                <c:pt idx="0">
                  <c:v>Ranking weights</c:v>
                </c:pt>
              </c:strCache>
            </c:strRef>
          </c:cat>
          <c:val>
            <c:numRef>
              <c:f>'Chart Data'!$H$2:$H$2</c:f>
              <c:numCache>
                <c:formatCode>General</c:formatCode>
                <c:ptCount val="1"/>
                <c:pt idx="0">
                  <c:v>0.05</c:v>
                </c:pt>
              </c:numCache>
            </c:numRef>
          </c:val>
        </c:ser>
        <c:dLbls>
          <c:txPr>
            <a:bodyPr xmlns:a="http://schemas.openxmlformats.org/drawingml/2006/main" anchorCtr="1"/>
            <a:lstStyle xmlns:a="http://schemas.openxmlformats.org/drawingml/2006/main"/>
            <a:p xmlns:a="http://schemas.openxmlformats.org/drawingml/2006/main">
              <a:pPr>
                <a:defRPr sz="1800">
                  <a:solidFill>
                    <a:srgbClr val="FFFFFF"/>
                  </a:solidFill>
                  <a:latin typeface="Avenir Next"/>
                  <a:ea typeface="Avenir Next"/>
                  <a:cs typeface="Avenir Next"/>
                </a:defRPr>
              </a:pPr>
            </a:p>
          </c:txPr>
          <c:showLegendKey val="0"/>
          <c:showVal val="0"/>
          <c:showCatName val="0"/>
          <c:showSerName val="0"/>
          <c:showPercent val="0"/>
          <c:showBubbleSize val="0"/>
          <c:showLeaderLines val="0"/>
        </c:dLbls>
        <c:gapWidth val="2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72768"/>
      </c:catAx>
      <c:valAx>
        <c:axId val="48672768"/>
        <c:scaling>
          <c:orientation val="minMax"/>
          <c:max val="1"/>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valAx>
      <c:spPr>
        <a:solidFill xmlns:a="http://schemas.openxmlformats.org/drawingml/2006/main">
          <a:srgbClr val="17222A"/>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FFFFF"/>
              </a:solidFill>
              <a:latin typeface="Avenir Next"/>
              <a:ea typeface="Avenir Next"/>
              <a:cs typeface="Avenir Next"/>
            </a:defRPr>
          </a:pPr>
        </a:p>
      </c:txPr>
    </c:legend>
    <c:plotVisOnly val="1"/>
  </c:chart>
  <c:spPr>
    <a:solidFill xmlns:a="http://schemas.openxmlformats.org/drawingml/2006/main">
      <a:srgbClr val="17222A"/>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Reports</c:v>
          </c:tx>
          <c:spPr>
            <a:solidFill xmlns:a="http://schemas.openxmlformats.org/drawingml/2006/main">
              <a:srgbClr val="17222A"/>
            </a:solidFill>
          </c:spPr>
          <c:invertIfNegative val="0"/>
          <c:dPt>
            <c:idx val="2"/>
            <c:invertIfNegative val="0"/>
            <c:spPr>
              <a:solidFill xmlns:a="http://schemas.openxmlformats.org/drawingml/2006/main">
                <a:srgbClr val="FF6429"/>
              </a:solidFill>
            </c:spPr>
          </c:dPt>
          <c:cat>
            <c:strRef>
              <c:f>'Chart Data'!$A$2:$A$4</c:f>
              <c:strCache>
                <c:ptCount val="3"/>
                <c:pt idx="0">
                  <c:v>Demo (8 families)</c:v>
                </c:pt>
                <c:pt idx="1">
                  <c:v>Development (20)</c:v>
                </c:pt>
                <c:pt idx="2">
                  <c:v>Test/regression (20)</c:v>
                </c:pt>
              </c:strCache>
            </c:strRef>
          </c:cat>
          <c:val>
            <c:numRef>
              <c:f>'Chart Data'!$B$2:$B$4</c:f>
              <c:numCache>
                <c:formatCode>General</c:formatCode>
                <c:ptCount val="3"/>
                <c:pt idx="0">
                  <c:v>24</c:v>
                </c:pt>
                <c:pt idx="1">
                  <c:v>60</c:v>
                </c:pt>
                <c:pt idx="2">
                  <c:v>60</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7222A"/>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7222A"/>
                </a:solidFill>
                <a:latin typeface="Avenir Next"/>
                <a:ea typeface="Avenir Next"/>
                <a:cs typeface="Avenir Next"/>
              </a:defRPr>
            </a:pPr>
          </a:p>
        </c:txPr>
        <c:crossAx val="48672768"/>
      </c:catAx>
      <c:valAx>
        <c:axId val="48672768"/>
        <c:scaling>
          <c:orientation val="minMax"/>
          <c:max val="65"/>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Jaccard</c:v>
          </c:tx>
          <c:spPr>
            <a:solidFill xmlns:a="http://schemas.openxmlformats.org/drawingml/2006/main">
              <a:srgbClr val="AEB9C0"/>
            </a:solidFill>
          </c:spPr>
          <c:invertIfNegative val="0"/>
          <c:cat>
            <c:strRef>
              <c:f>'Chart Data'!$A$2:$A$3</c:f>
              <c:strCache>
                <c:ptCount val="2"/>
                <c:pt idx="0">
                  <c:v>Recall</c:v>
                </c:pt>
                <c:pt idx="1">
                  <c:v>F1</c:v>
                </c:pt>
              </c:strCache>
            </c:strRef>
          </c:cat>
          <c:val>
            <c:numRef>
              <c:f>'Chart Data'!$B$2:$B$3</c:f>
              <c:numCache>
                <c:formatCode>0.00</c:formatCode>
                <c:ptCount val="2"/>
                <c:pt idx="0">
                  <c:v>0.060606</c:v>
                </c:pt>
                <c:pt idx="1">
                  <c:v>0.114286</c:v>
                </c:pt>
              </c:numCache>
            </c:numRef>
          </c:val>
        </c:ser>
        <c:ser>
          <c:idx val="1"/>
          <c:order val="1"/>
          <c:tx>
            <c:v>Aegis lexical</c:v>
          </c:tx>
          <c:spPr>
            <a:solidFill xmlns:a="http://schemas.openxmlformats.org/drawingml/2006/main">
              <a:srgbClr val="FF6429"/>
            </a:solidFill>
          </c:spPr>
          <c:invertIfNegative val="0"/>
          <c:cat>
            <c:strRef>
              <c:f>'Chart Data'!$C$2:$C$3</c:f>
              <c:strCache>
                <c:ptCount val="2"/>
                <c:pt idx="0">
                  <c:v>Recall</c:v>
                </c:pt>
                <c:pt idx="1">
                  <c:v>F1</c:v>
                </c:pt>
              </c:strCache>
            </c:strRef>
          </c:cat>
          <c:val>
            <c:numRef>
              <c:f>'Chart Data'!$D$2:$D$3</c:f>
              <c:numCache>
                <c:formatCode>0.00</c:formatCode>
                <c:ptCount val="2"/>
                <c:pt idx="0">
                  <c:v>0.621212</c:v>
                </c:pt>
                <c:pt idx="1">
                  <c:v>0.766355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b="1">
                  <a:solidFill>
                    <a:srgbClr val="17222A"/>
                  </a:solidFill>
                  <a:latin typeface="Avenir Next"/>
                  <a:ea typeface="Avenir Next"/>
                  <a:cs typeface="Avenir Next"/>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AEB9C0"/>
            </a:solidFill>
          </a:ln>
        </c:spPr>
        <c:txPr>
          <a:bodyPr xmlns:a="http://schemas.openxmlformats.org/drawingml/2006/main" anchorCtr="1"/>
          <a:lstStyle xmlns:a="http://schemas.openxmlformats.org/drawingml/2006/main"/>
          <a:p xmlns:a="http://schemas.openxmlformats.org/drawingml/2006/main">
            <a:pPr>
              <a:defRPr sz="2100">
                <a:solidFill>
                  <a:srgbClr val="17222A"/>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87A86"/>
                </a:solidFill>
                <a:latin typeface="Avenir Next"/>
                <a:ea typeface="Avenir Next"/>
                <a:cs typeface="Avenir Next"/>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22A"/>
              </a:solidFill>
              <a:latin typeface="Avenir Next"/>
              <a:ea typeface="Avenir Next"/>
              <a:cs typeface="Avenir Next"/>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6429"/>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D4CC87F-8769-4DC4-91D1-7F5320C0788F}"/>
              </a:ext>
            </a:extLst>
          </p:cNvPr>
          <p:cNvPicPr>
            <a:picLocks xmlns:a="http://schemas.openxmlformats.org/drawingml/2006/main" noChangeAspect="1"/>
          </p:cNvPicPr>
          <p:nvPr/>
        </p:nvPicPr>
        <p:blipFill>
          <a:blip xmlns:r="http://schemas.openxmlformats.org/officeDocument/2006/relationships" xmlns:a="http://schemas.openxmlformats.org/drawingml/2006/main" r:embed="R0f2d4bd2de9344e8"/>
          <a:srcRect xmlns:a="http://schemas.openxmlformats.org/drawingml/2006/main" l="28500" t="35700" r="32300" b="0"/>
          <a:stretch xmlns:a="http://schemas.openxmlformats.org/drawingml/2006/main"/>
        </p:blipFill>
        <p:spPr>
          <a:xfrm xmlns:a="http://schemas.openxmlformats.org/drawingml/2006/main">
            <a:off x="6972300" y="0"/>
            <a:ext cx="5219700" cy="6858000"/>
          </a:xfrm>
          <a:prstGeom xmlns:a="http://schemas.openxmlformats.org/drawingml/2006/main" prst="rect">
            <a:avLst/>
          </a:prstGeom>
        </p:spPr>
      </p:pic>
      <p:sp>
        <p:nvSpPr>
          <p:cNvPr id="3" name="AI Innovate-A-Thon, Topic 10">
            <a:extLst xmlns:a="http://schemas.openxmlformats.org/drawingml/2006/main">
              <a:ext uri="{FF2B5EF4-FFF2-40B4-BE49-F238E27FC236}">
                <a16:creationId xmlns:a16="http://schemas.microsoft.com/office/drawing/2014/main" id="{EB49546E-EC96-4030-8937-2E6726E3E611}"/>
              </a:ext>
            </a:extLst>
          </p:cNvPr>
          <p:cNvSpPr>
            <a:spLocks xmlns:a="http://schemas.openxmlformats.org/drawingml/2006/main" noGrp="1"/>
          </p:cNvSpPr>
          <p:nvPr/>
        </p:nvSpPr>
        <p:spPr>
          <a:xfrm xmlns:a="http://schemas.openxmlformats.org/drawingml/2006/main">
            <a:off x="552450" y="333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222A"/>
                </a:solidFill>
                <a:latin typeface="Avenir Next"/>
                <a:ea typeface="Avenir Next"/>
                <a:cs typeface="Avenir Next"/>
              </a:defRPr>
            </a:defPPr>
            <a:lvl1pPr algn="l">
              <a:defRPr sz="1800" b="0">
                <a:solidFill>
                  <a:srgbClr val="17222A"/>
                </a:solidFill>
                <a:latin typeface="Avenir Next"/>
                <a:ea typeface="Avenir Next"/>
                <a:cs typeface="Avenir Next"/>
              </a:defRPr>
            </a:lvl1pPr>
            <a:lvl2pPr algn="l">
              <a:defRPr sz="1800" b="0">
                <a:solidFill>
                  <a:srgbClr val="17222A"/>
                </a:solidFill>
                <a:latin typeface="Avenir Next"/>
                <a:ea typeface="Avenir Next"/>
                <a:cs typeface="Avenir Next"/>
              </a:defRPr>
            </a:lvl2pPr>
            <a:lvl3pPr algn="l">
              <a:defRPr sz="1800" b="0">
                <a:solidFill>
                  <a:srgbClr val="17222A"/>
                </a:solidFill>
                <a:latin typeface="Avenir Next"/>
                <a:ea typeface="Avenir Next"/>
                <a:cs typeface="Avenir Next"/>
              </a:defRPr>
            </a:lvl3pPr>
            <a:lvl4pPr algn="l">
              <a:defRPr sz="1800" b="0">
                <a:solidFill>
                  <a:srgbClr val="17222A"/>
                </a:solidFill>
                <a:latin typeface="Avenir Next"/>
                <a:ea typeface="Avenir Next"/>
                <a:cs typeface="Avenir Next"/>
              </a:defRPr>
            </a:lvl4pPr>
            <a:lvl5pPr algn="l">
              <a:defRPr sz="1800" b="0">
                <a:solidFill>
                  <a:srgbClr val="17222A"/>
                </a:solidFill>
                <a:latin typeface="Avenir Next"/>
                <a:ea typeface="Avenir Next"/>
                <a:cs typeface="Avenir Next"/>
              </a:defRPr>
            </a:lvl5pPr>
            <a:lvl6pPr algn="l">
              <a:defRPr sz="1800" b="0">
                <a:solidFill>
                  <a:srgbClr val="17222A"/>
                </a:solidFill>
                <a:latin typeface="Avenir Next"/>
                <a:ea typeface="Avenir Next"/>
                <a:cs typeface="Avenir Next"/>
              </a:defRPr>
            </a:lvl6pPr>
            <a:lvl7pPr algn="l">
              <a:defRPr sz="1800" b="0">
                <a:solidFill>
                  <a:srgbClr val="17222A"/>
                </a:solidFill>
                <a:latin typeface="Avenir Next"/>
                <a:ea typeface="Avenir Next"/>
                <a:cs typeface="Avenir Next"/>
              </a:defRPr>
            </a:lvl7pPr>
            <a:lvl8pPr algn="l">
              <a:defRPr sz="1800" b="0">
                <a:solidFill>
                  <a:srgbClr val="17222A"/>
                </a:solidFill>
                <a:latin typeface="Avenir Next"/>
                <a:ea typeface="Avenir Next"/>
                <a:cs typeface="Avenir Next"/>
              </a:defRPr>
            </a:lvl8pPr>
            <a:lvl9pPr algn="l">
              <a:defRPr sz="1800" b="0">
                <a:solidFill>
                  <a:srgbClr val="17222A"/>
                </a:solidFill>
                <a:latin typeface="Avenir Next"/>
                <a:ea typeface="Avenir Next"/>
                <a:cs typeface="Avenir Next"/>
              </a:defRPr>
            </a:lvl9pPr>
          </a:lstStyle>
          <a:p xmlns:a="http://schemas.openxmlformats.org/drawingml/2006/main">
            <a:pPr algn="l">
              <a:defRPr sz="1800" b="0">
                <a:solidFill>
                  <a:srgbClr val="17222A"/>
                </a:solidFill>
                <a:latin typeface="Avenir Next"/>
                <a:ea typeface="Avenir Next"/>
                <a:cs typeface="Avenir Next"/>
              </a:defRPr>
            </a:pPr>
            <a:r>
              <a:rPr sz="1800" b="0">
                <a:solidFill>
                  <a:srgbClr val="17222A"/>
                </a:solidFill>
                <a:latin typeface="Avenir Next"/>
                <a:ea typeface="Avenir Next"/>
                <a:cs typeface="Avenir Next"/>
              </a:rPr>
              <a:t>AI Innovate-A-Thon, Topic 10</a:t>
            </a:r>
          </a:p>
        </p:txBody>
      </p:sp>
      <p:sp>
        <p:nvSpPr>
          <p:cNvPr id="4" name="Aegis">
            <a:extLst xmlns:a="http://schemas.openxmlformats.org/drawingml/2006/main">
              <a:ext uri="{FF2B5EF4-FFF2-40B4-BE49-F238E27FC236}">
                <a16:creationId xmlns:a16="http://schemas.microsoft.com/office/drawing/2014/main" id="{CF1E40BC-4E83-4C14-9542-AFF78470CB45}"/>
              </a:ext>
            </a:extLst>
          </p:cNvPr>
          <p:cNvSpPr>
            <a:spLocks xmlns:a="http://schemas.openxmlformats.org/drawingml/2006/main" noGrp="1"/>
          </p:cNvSpPr>
          <p:nvPr/>
        </p:nvSpPr>
        <p:spPr>
          <a:xfrm xmlns:a="http://schemas.openxmlformats.org/drawingml/2006/main">
            <a:off x="457200" y="971550"/>
            <a:ext cx="647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0" b="1">
                <a:solidFill>
                  <a:srgbClr val="17222A"/>
                </a:solidFill>
                <a:latin typeface="Avenir Next"/>
                <a:ea typeface="Avenir Next"/>
                <a:cs typeface="Avenir Next"/>
              </a:defRPr>
            </a:defPPr>
            <a:lvl1pPr algn="l">
              <a:defRPr sz="12750" b="1">
                <a:solidFill>
                  <a:srgbClr val="17222A"/>
                </a:solidFill>
                <a:latin typeface="Avenir Next"/>
                <a:ea typeface="Avenir Next"/>
                <a:cs typeface="Avenir Next"/>
              </a:defRPr>
            </a:lvl1pPr>
            <a:lvl2pPr algn="l">
              <a:defRPr sz="12750" b="1">
                <a:solidFill>
                  <a:srgbClr val="17222A"/>
                </a:solidFill>
                <a:latin typeface="Avenir Next"/>
                <a:ea typeface="Avenir Next"/>
                <a:cs typeface="Avenir Next"/>
              </a:defRPr>
            </a:lvl2pPr>
            <a:lvl3pPr algn="l">
              <a:defRPr sz="12750" b="1">
                <a:solidFill>
                  <a:srgbClr val="17222A"/>
                </a:solidFill>
                <a:latin typeface="Avenir Next"/>
                <a:ea typeface="Avenir Next"/>
                <a:cs typeface="Avenir Next"/>
              </a:defRPr>
            </a:lvl3pPr>
            <a:lvl4pPr algn="l">
              <a:defRPr sz="12750" b="1">
                <a:solidFill>
                  <a:srgbClr val="17222A"/>
                </a:solidFill>
                <a:latin typeface="Avenir Next"/>
                <a:ea typeface="Avenir Next"/>
                <a:cs typeface="Avenir Next"/>
              </a:defRPr>
            </a:lvl4pPr>
            <a:lvl5pPr algn="l">
              <a:defRPr sz="12750" b="1">
                <a:solidFill>
                  <a:srgbClr val="17222A"/>
                </a:solidFill>
                <a:latin typeface="Avenir Next"/>
                <a:ea typeface="Avenir Next"/>
                <a:cs typeface="Avenir Next"/>
              </a:defRPr>
            </a:lvl5pPr>
            <a:lvl6pPr algn="l">
              <a:defRPr sz="12750" b="1">
                <a:solidFill>
                  <a:srgbClr val="17222A"/>
                </a:solidFill>
                <a:latin typeface="Avenir Next"/>
                <a:ea typeface="Avenir Next"/>
                <a:cs typeface="Avenir Next"/>
              </a:defRPr>
            </a:lvl6pPr>
            <a:lvl7pPr algn="l">
              <a:defRPr sz="12750" b="1">
                <a:solidFill>
                  <a:srgbClr val="17222A"/>
                </a:solidFill>
                <a:latin typeface="Avenir Next"/>
                <a:ea typeface="Avenir Next"/>
                <a:cs typeface="Avenir Next"/>
              </a:defRPr>
            </a:lvl7pPr>
            <a:lvl8pPr algn="l">
              <a:defRPr sz="12750" b="1">
                <a:solidFill>
                  <a:srgbClr val="17222A"/>
                </a:solidFill>
                <a:latin typeface="Avenir Next"/>
                <a:ea typeface="Avenir Next"/>
                <a:cs typeface="Avenir Next"/>
              </a:defRPr>
            </a:lvl8pPr>
            <a:lvl9pPr algn="l">
              <a:defRPr sz="12750" b="1">
                <a:solidFill>
                  <a:srgbClr val="17222A"/>
                </a:solidFill>
                <a:latin typeface="Avenir Next"/>
                <a:ea typeface="Avenir Next"/>
                <a:cs typeface="Avenir Next"/>
              </a:defRPr>
            </a:lvl9pPr>
          </a:lstStyle>
          <a:p xmlns:a="http://schemas.openxmlformats.org/drawingml/2006/main">
            <a:pPr algn="l">
              <a:defRPr sz="12750" b="1">
                <a:solidFill>
                  <a:srgbClr val="17222A"/>
                </a:solidFill>
                <a:latin typeface="Avenir Next"/>
                <a:ea typeface="Avenir Next"/>
                <a:cs typeface="Avenir Next"/>
              </a:defRPr>
            </a:pPr>
            <a:r>
              <a:rPr sz="12750" b="1">
                <a:solidFill>
                  <a:srgbClr val="17222A"/>
                </a:solidFill>
                <a:latin typeface="Avenir Next"/>
                <a:ea typeface="Avenir Next"/>
                <a:cs typeface="Avenir Next"/>
              </a:rPr>
              <a:t>Aegis</a:t>
            </a:r>
          </a:p>
        </p:txBody>
      </p:sp>
      <p:sp>
        <p:nvSpPr>
          <p:cNvPr id="5" name="Emergency First-Response&#10;Coordination">
            <a:extLst xmlns:a="http://schemas.openxmlformats.org/drawingml/2006/main">
              <a:ext uri="{FF2B5EF4-FFF2-40B4-BE49-F238E27FC236}">
                <a16:creationId xmlns:a16="http://schemas.microsoft.com/office/drawing/2014/main" id="{A792CF7F-4960-457A-B4B8-71C205E4A4FF}"/>
              </a:ext>
            </a:extLst>
          </p:cNvPr>
          <p:cNvSpPr>
            <a:spLocks xmlns:a="http://schemas.openxmlformats.org/drawingml/2006/main" noGrp="1"/>
          </p:cNvSpPr>
          <p:nvPr/>
        </p:nvSpPr>
        <p:spPr>
          <a:xfrm xmlns:a="http://schemas.openxmlformats.org/drawingml/2006/main">
            <a:off x="552450" y="3352800"/>
            <a:ext cx="6096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7222A"/>
                </a:solidFill>
                <a:latin typeface="Avenir Next"/>
                <a:ea typeface="Avenir Next"/>
                <a:cs typeface="Avenir Next"/>
              </a:defRPr>
            </a:defPPr>
            <a:lvl1pPr algn="l">
              <a:defRPr sz="2850" b="1">
                <a:solidFill>
                  <a:srgbClr val="17222A"/>
                </a:solidFill>
                <a:latin typeface="Avenir Next"/>
                <a:ea typeface="Avenir Next"/>
                <a:cs typeface="Avenir Next"/>
              </a:defRPr>
            </a:lvl1pPr>
            <a:lvl2pPr algn="l">
              <a:defRPr sz="2850" b="1">
                <a:solidFill>
                  <a:srgbClr val="17222A"/>
                </a:solidFill>
                <a:latin typeface="Avenir Next"/>
                <a:ea typeface="Avenir Next"/>
                <a:cs typeface="Avenir Next"/>
              </a:defRPr>
            </a:lvl2pPr>
            <a:lvl3pPr algn="l">
              <a:defRPr sz="2850" b="1">
                <a:solidFill>
                  <a:srgbClr val="17222A"/>
                </a:solidFill>
                <a:latin typeface="Avenir Next"/>
                <a:ea typeface="Avenir Next"/>
                <a:cs typeface="Avenir Next"/>
              </a:defRPr>
            </a:lvl3pPr>
            <a:lvl4pPr algn="l">
              <a:defRPr sz="2850" b="1">
                <a:solidFill>
                  <a:srgbClr val="17222A"/>
                </a:solidFill>
                <a:latin typeface="Avenir Next"/>
                <a:ea typeface="Avenir Next"/>
                <a:cs typeface="Avenir Next"/>
              </a:defRPr>
            </a:lvl4pPr>
            <a:lvl5pPr algn="l">
              <a:defRPr sz="2850" b="1">
                <a:solidFill>
                  <a:srgbClr val="17222A"/>
                </a:solidFill>
                <a:latin typeface="Avenir Next"/>
                <a:ea typeface="Avenir Next"/>
                <a:cs typeface="Avenir Next"/>
              </a:defRPr>
            </a:lvl5pPr>
            <a:lvl6pPr algn="l">
              <a:defRPr sz="2850" b="1">
                <a:solidFill>
                  <a:srgbClr val="17222A"/>
                </a:solidFill>
                <a:latin typeface="Avenir Next"/>
                <a:ea typeface="Avenir Next"/>
                <a:cs typeface="Avenir Next"/>
              </a:defRPr>
            </a:lvl6pPr>
            <a:lvl7pPr algn="l">
              <a:defRPr sz="2850" b="1">
                <a:solidFill>
                  <a:srgbClr val="17222A"/>
                </a:solidFill>
                <a:latin typeface="Avenir Next"/>
                <a:ea typeface="Avenir Next"/>
                <a:cs typeface="Avenir Next"/>
              </a:defRPr>
            </a:lvl7pPr>
            <a:lvl8pPr algn="l">
              <a:defRPr sz="2850" b="1">
                <a:solidFill>
                  <a:srgbClr val="17222A"/>
                </a:solidFill>
                <a:latin typeface="Avenir Next"/>
                <a:ea typeface="Avenir Next"/>
                <a:cs typeface="Avenir Next"/>
              </a:defRPr>
            </a:lvl8pPr>
            <a:lvl9pPr algn="l">
              <a:defRPr sz="2850" b="1">
                <a:solidFill>
                  <a:srgbClr val="17222A"/>
                </a:solidFill>
                <a:latin typeface="Avenir Next"/>
                <a:ea typeface="Avenir Next"/>
                <a:cs typeface="Avenir Next"/>
              </a:defRPr>
            </a:lvl9pPr>
          </a:lstStyle>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Emergency First-Response</a:t>
            </a:r>
          </a:p>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Coordination</a:t>
            </a:r>
          </a:p>
        </p:txBody>
      </p:sp>
      <p:sp>
        <p:nvSpPr>
          <p:cNvPr id="6" name="A campus event exercise prototype">
            <a:extLst xmlns:a="http://schemas.openxmlformats.org/drawingml/2006/main">
              <a:ext uri="{FF2B5EF4-FFF2-40B4-BE49-F238E27FC236}">
                <a16:creationId xmlns:a16="http://schemas.microsoft.com/office/drawing/2014/main" id="{5F82053C-D023-4E31-B449-9CFDCDFA428C}"/>
              </a:ext>
            </a:extLst>
          </p:cNvPr>
          <p:cNvSpPr>
            <a:spLocks xmlns:a="http://schemas.openxmlformats.org/drawingml/2006/main" noGrp="1"/>
          </p:cNvSpPr>
          <p:nvPr/>
        </p:nvSpPr>
        <p:spPr>
          <a:xfrm xmlns:a="http://schemas.openxmlformats.org/drawingml/2006/main">
            <a:off x="552450" y="4695825"/>
            <a:ext cx="604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7222A"/>
                </a:solidFill>
                <a:latin typeface="Avenir Next"/>
                <a:ea typeface="Avenir Next"/>
                <a:cs typeface="Avenir Next"/>
              </a:defRPr>
            </a:defPPr>
            <a:lvl1pPr algn="l">
              <a:defRPr sz="1950" b="0">
                <a:solidFill>
                  <a:srgbClr val="17222A"/>
                </a:solidFill>
                <a:latin typeface="Avenir Next"/>
                <a:ea typeface="Avenir Next"/>
                <a:cs typeface="Avenir Next"/>
              </a:defRPr>
            </a:lvl1pPr>
            <a:lvl2pPr algn="l">
              <a:defRPr sz="1950" b="0">
                <a:solidFill>
                  <a:srgbClr val="17222A"/>
                </a:solidFill>
                <a:latin typeface="Avenir Next"/>
                <a:ea typeface="Avenir Next"/>
                <a:cs typeface="Avenir Next"/>
              </a:defRPr>
            </a:lvl2pPr>
            <a:lvl3pPr algn="l">
              <a:defRPr sz="1950" b="0">
                <a:solidFill>
                  <a:srgbClr val="17222A"/>
                </a:solidFill>
                <a:latin typeface="Avenir Next"/>
                <a:ea typeface="Avenir Next"/>
                <a:cs typeface="Avenir Next"/>
              </a:defRPr>
            </a:lvl3pPr>
            <a:lvl4pPr algn="l">
              <a:defRPr sz="1950" b="0">
                <a:solidFill>
                  <a:srgbClr val="17222A"/>
                </a:solidFill>
                <a:latin typeface="Avenir Next"/>
                <a:ea typeface="Avenir Next"/>
                <a:cs typeface="Avenir Next"/>
              </a:defRPr>
            </a:lvl4pPr>
            <a:lvl5pPr algn="l">
              <a:defRPr sz="1950" b="0">
                <a:solidFill>
                  <a:srgbClr val="17222A"/>
                </a:solidFill>
                <a:latin typeface="Avenir Next"/>
                <a:ea typeface="Avenir Next"/>
                <a:cs typeface="Avenir Next"/>
              </a:defRPr>
            </a:lvl5pPr>
            <a:lvl6pPr algn="l">
              <a:defRPr sz="1950" b="0">
                <a:solidFill>
                  <a:srgbClr val="17222A"/>
                </a:solidFill>
                <a:latin typeface="Avenir Next"/>
                <a:ea typeface="Avenir Next"/>
                <a:cs typeface="Avenir Next"/>
              </a:defRPr>
            </a:lvl6pPr>
            <a:lvl7pPr algn="l">
              <a:defRPr sz="1950" b="0">
                <a:solidFill>
                  <a:srgbClr val="17222A"/>
                </a:solidFill>
                <a:latin typeface="Avenir Next"/>
                <a:ea typeface="Avenir Next"/>
                <a:cs typeface="Avenir Next"/>
              </a:defRPr>
            </a:lvl7pPr>
            <a:lvl8pPr algn="l">
              <a:defRPr sz="1950" b="0">
                <a:solidFill>
                  <a:srgbClr val="17222A"/>
                </a:solidFill>
                <a:latin typeface="Avenir Next"/>
                <a:ea typeface="Avenir Next"/>
                <a:cs typeface="Avenir Next"/>
              </a:defRPr>
            </a:lvl8pPr>
            <a:lvl9pPr algn="l">
              <a:defRPr sz="1950" b="0">
                <a:solidFill>
                  <a:srgbClr val="17222A"/>
                </a:solidFill>
                <a:latin typeface="Avenir Next"/>
                <a:ea typeface="Avenir Next"/>
                <a:cs typeface="Avenir Next"/>
              </a:defRPr>
            </a:lvl9pPr>
          </a:lstStyle>
          <a:p xmlns:a="http://schemas.openxmlformats.org/drawingml/2006/main">
            <a:pPr algn="l">
              <a:defRPr sz="1950" b="0">
                <a:solidFill>
                  <a:srgbClr val="17222A"/>
                </a:solidFill>
                <a:latin typeface="Avenir Next"/>
                <a:ea typeface="Avenir Next"/>
                <a:cs typeface="Avenir Next"/>
              </a:defRPr>
            </a:pPr>
            <a:r>
              <a:rPr sz="1950" b="0">
                <a:solidFill>
                  <a:srgbClr val="17222A"/>
                </a:solidFill>
                <a:latin typeface="Avenir Next"/>
                <a:ea typeface="Avenir Next"/>
                <a:cs typeface="Avenir Next"/>
              </a:rPr>
              <a:t>A campus event exercise prototype</a:t>
            </a:r>
          </a:p>
        </p:txBody>
      </p:sp>
      <p:sp>
        <p:nvSpPr>
          <p:cNvPr id="7" name="Ayush Pandey  24BIT0394&#10;Dheeraj Sutram  24BIT0416">
            <a:extLst xmlns:a="http://schemas.openxmlformats.org/drawingml/2006/main">
              <a:ext uri="{FF2B5EF4-FFF2-40B4-BE49-F238E27FC236}">
                <a16:creationId xmlns:a16="http://schemas.microsoft.com/office/drawing/2014/main" id="{78455D5B-2C29-44D7-B8B3-BAD76752559C}"/>
              </a:ext>
            </a:extLst>
          </p:cNvPr>
          <p:cNvSpPr>
            <a:spLocks xmlns:a="http://schemas.openxmlformats.org/drawingml/2006/main" noGrp="1"/>
          </p:cNvSpPr>
          <p:nvPr/>
        </p:nvSpPr>
        <p:spPr>
          <a:xfrm xmlns:a="http://schemas.openxmlformats.org/drawingml/2006/main">
            <a:off x="552450" y="5838825"/>
            <a:ext cx="609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222A"/>
                </a:solidFill>
                <a:latin typeface="Avenir Next"/>
                <a:ea typeface="Avenir Next"/>
                <a:cs typeface="Avenir Next"/>
              </a:defRPr>
            </a:defPPr>
            <a:lvl1pPr algn="l">
              <a:defRPr sz="1800" b="0">
                <a:solidFill>
                  <a:srgbClr val="17222A"/>
                </a:solidFill>
                <a:latin typeface="Avenir Next"/>
                <a:ea typeface="Avenir Next"/>
                <a:cs typeface="Avenir Next"/>
              </a:defRPr>
            </a:lvl1pPr>
            <a:lvl2pPr algn="l">
              <a:defRPr sz="1800" b="0">
                <a:solidFill>
                  <a:srgbClr val="17222A"/>
                </a:solidFill>
                <a:latin typeface="Avenir Next"/>
                <a:ea typeface="Avenir Next"/>
                <a:cs typeface="Avenir Next"/>
              </a:defRPr>
            </a:lvl2pPr>
            <a:lvl3pPr algn="l">
              <a:defRPr sz="1800" b="0">
                <a:solidFill>
                  <a:srgbClr val="17222A"/>
                </a:solidFill>
                <a:latin typeface="Avenir Next"/>
                <a:ea typeface="Avenir Next"/>
                <a:cs typeface="Avenir Next"/>
              </a:defRPr>
            </a:lvl3pPr>
            <a:lvl4pPr algn="l">
              <a:defRPr sz="1800" b="0">
                <a:solidFill>
                  <a:srgbClr val="17222A"/>
                </a:solidFill>
                <a:latin typeface="Avenir Next"/>
                <a:ea typeface="Avenir Next"/>
                <a:cs typeface="Avenir Next"/>
              </a:defRPr>
            </a:lvl4pPr>
            <a:lvl5pPr algn="l">
              <a:defRPr sz="1800" b="0">
                <a:solidFill>
                  <a:srgbClr val="17222A"/>
                </a:solidFill>
                <a:latin typeface="Avenir Next"/>
                <a:ea typeface="Avenir Next"/>
                <a:cs typeface="Avenir Next"/>
              </a:defRPr>
            </a:lvl5pPr>
            <a:lvl6pPr algn="l">
              <a:defRPr sz="1800" b="0">
                <a:solidFill>
                  <a:srgbClr val="17222A"/>
                </a:solidFill>
                <a:latin typeface="Avenir Next"/>
                <a:ea typeface="Avenir Next"/>
                <a:cs typeface="Avenir Next"/>
              </a:defRPr>
            </a:lvl6pPr>
            <a:lvl7pPr algn="l">
              <a:defRPr sz="1800" b="0">
                <a:solidFill>
                  <a:srgbClr val="17222A"/>
                </a:solidFill>
                <a:latin typeface="Avenir Next"/>
                <a:ea typeface="Avenir Next"/>
                <a:cs typeface="Avenir Next"/>
              </a:defRPr>
            </a:lvl7pPr>
            <a:lvl8pPr algn="l">
              <a:defRPr sz="1800" b="0">
                <a:solidFill>
                  <a:srgbClr val="17222A"/>
                </a:solidFill>
                <a:latin typeface="Avenir Next"/>
                <a:ea typeface="Avenir Next"/>
                <a:cs typeface="Avenir Next"/>
              </a:defRPr>
            </a:lvl8pPr>
            <a:lvl9pPr algn="l">
              <a:defRPr sz="1800" b="0">
                <a:solidFill>
                  <a:srgbClr val="17222A"/>
                </a:solidFill>
                <a:latin typeface="Avenir Next"/>
                <a:ea typeface="Avenir Next"/>
                <a:cs typeface="Avenir Next"/>
              </a:defRPr>
            </a:lvl9pPr>
          </a:lstStyle>
          <a:p xmlns:a="http://schemas.openxmlformats.org/drawingml/2006/main">
            <a:pPr algn="l">
              <a:defRPr sz="1800" b="0">
                <a:solidFill>
                  <a:srgbClr val="17222A"/>
                </a:solidFill>
                <a:latin typeface="Avenir Next"/>
                <a:ea typeface="Avenir Next"/>
                <a:cs typeface="Avenir Next"/>
              </a:defRPr>
            </a:pPr>
            <a:r>
              <a:rPr sz="1800" b="0">
                <a:solidFill>
                  <a:srgbClr val="17222A"/>
                </a:solidFill>
                <a:latin typeface="Avenir Next"/>
                <a:ea typeface="Avenir Next"/>
                <a:cs typeface="Avenir Next"/>
              </a:rPr>
              <a:t>Ayush Pandey  24BIT0394</a:t>
            </a:r>
          </a:p>
          <a:p xmlns:a="http://schemas.openxmlformats.org/drawingml/2006/main">
            <a:pPr algn="l">
              <a:defRPr sz="1800" b="0">
                <a:solidFill>
                  <a:srgbClr val="17222A"/>
                </a:solidFill>
                <a:latin typeface="Avenir Next"/>
                <a:ea typeface="Avenir Next"/>
                <a:cs typeface="Avenir Next"/>
              </a:defRPr>
            </a:pPr>
            <a:r>
              <a:rPr sz="1800" b="0">
                <a:solidFill>
                  <a:srgbClr val="17222A"/>
                </a:solidFill>
                <a:latin typeface="Avenir Next"/>
                <a:ea typeface="Avenir Next"/>
                <a:cs typeface="Avenir Next"/>
              </a:rPr>
              <a:t>Dheeraj Sutram  24BIT0416</a:t>
            </a:r>
          </a:p>
        </p:txBody>
      </p:sp>
    </p:spTree>
    <p:extLst>
      <p:ext uri="{BB962C8B-B14F-4D97-AF65-F5344CB8AC3E}">
        <p14:creationId xmlns:p14="http://schemas.microsoft.com/office/powerpoint/2010/main" val="785027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xit A">
            <a:extLst xmlns:a="http://schemas.openxmlformats.org/drawingml/2006/main">
              <a:ext uri="{FF2B5EF4-FFF2-40B4-BE49-F238E27FC236}">
                <a16:creationId xmlns:a16="http://schemas.microsoft.com/office/drawing/2014/main" id="{0E70A6A3-1D87-4732-8E6A-C14BB2F80157}"/>
              </a:ext>
            </a:extLst>
          </p:cNvPr>
          <p:cNvSpPr>
            <a:spLocks xmlns:a="http://schemas.openxmlformats.org/drawingml/2006/main" noGrp="1"/>
          </p:cNvSpPr>
          <p:nvPr/>
        </p:nvSpPr>
        <p:spPr>
          <a:xfrm xmlns:a="http://schemas.openxmlformats.org/drawingml/2006/main">
            <a:off x="533400" y="3810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050" b="1">
                <a:solidFill>
                  <a:srgbClr val="17222A"/>
                </a:solidFill>
                <a:latin typeface="Avenir Next"/>
                <a:ea typeface="Avenir Next"/>
                <a:cs typeface="Avenir Next"/>
              </a:defRPr>
            </a:defPPr>
            <a:lvl1pPr algn="l">
              <a:defRPr sz="7050" b="1">
                <a:solidFill>
                  <a:srgbClr val="17222A"/>
                </a:solidFill>
                <a:latin typeface="Avenir Next"/>
                <a:ea typeface="Avenir Next"/>
                <a:cs typeface="Avenir Next"/>
              </a:defRPr>
            </a:lvl1pPr>
            <a:lvl2pPr algn="l">
              <a:defRPr sz="7050" b="1">
                <a:solidFill>
                  <a:srgbClr val="17222A"/>
                </a:solidFill>
                <a:latin typeface="Avenir Next"/>
                <a:ea typeface="Avenir Next"/>
                <a:cs typeface="Avenir Next"/>
              </a:defRPr>
            </a:lvl2pPr>
            <a:lvl3pPr algn="l">
              <a:defRPr sz="7050" b="1">
                <a:solidFill>
                  <a:srgbClr val="17222A"/>
                </a:solidFill>
                <a:latin typeface="Avenir Next"/>
                <a:ea typeface="Avenir Next"/>
                <a:cs typeface="Avenir Next"/>
              </a:defRPr>
            </a:lvl3pPr>
            <a:lvl4pPr algn="l">
              <a:defRPr sz="7050" b="1">
                <a:solidFill>
                  <a:srgbClr val="17222A"/>
                </a:solidFill>
                <a:latin typeface="Avenir Next"/>
                <a:ea typeface="Avenir Next"/>
                <a:cs typeface="Avenir Next"/>
              </a:defRPr>
            </a:lvl4pPr>
            <a:lvl5pPr algn="l">
              <a:defRPr sz="7050" b="1">
                <a:solidFill>
                  <a:srgbClr val="17222A"/>
                </a:solidFill>
                <a:latin typeface="Avenir Next"/>
                <a:ea typeface="Avenir Next"/>
                <a:cs typeface="Avenir Next"/>
              </a:defRPr>
            </a:lvl5pPr>
            <a:lvl6pPr algn="l">
              <a:defRPr sz="7050" b="1">
                <a:solidFill>
                  <a:srgbClr val="17222A"/>
                </a:solidFill>
                <a:latin typeface="Avenir Next"/>
                <a:ea typeface="Avenir Next"/>
                <a:cs typeface="Avenir Next"/>
              </a:defRPr>
            </a:lvl6pPr>
            <a:lvl7pPr algn="l">
              <a:defRPr sz="7050" b="1">
                <a:solidFill>
                  <a:srgbClr val="17222A"/>
                </a:solidFill>
                <a:latin typeface="Avenir Next"/>
                <a:ea typeface="Avenir Next"/>
                <a:cs typeface="Avenir Next"/>
              </a:defRPr>
            </a:lvl7pPr>
            <a:lvl8pPr algn="l">
              <a:defRPr sz="7050" b="1">
                <a:solidFill>
                  <a:srgbClr val="17222A"/>
                </a:solidFill>
                <a:latin typeface="Avenir Next"/>
                <a:ea typeface="Avenir Next"/>
                <a:cs typeface="Avenir Next"/>
              </a:defRPr>
            </a:lvl8pPr>
            <a:lvl9pPr algn="l">
              <a:defRPr sz="7050" b="1">
                <a:solidFill>
                  <a:srgbClr val="17222A"/>
                </a:solidFill>
                <a:latin typeface="Avenir Next"/>
                <a:ea typeface="Avenir Next"/>
                <a:cs typeface="Avenir Next"/>
              </a:defRPr>
            </a:lvl9pPr>
          </a:lstStyle>
          <a:p xmlns:a="http://schemas.openxmlformats.org/drawingml/2006/main">
            <a:pPr algn="l">
              <a:defRPr sz="7050" b="1">
                <a:solidFill>
                  <a:srgbClr val="17222A"/>
                </a:solidFill>
                <a:latin typeface="Avenir Next"/>
                <a:ea typeface="Avenir Next"/>
                <a:cs typeface="Avenir Next"/>
              </a:defRPr>
            </a:pPr>
            <a:r>
              <a:rPr sz="7050" b="1">
                <a:solidFill>
                  <a:srgbClr val="17222A"/>
                </a:solidFill>
                <a:latin typeface="Avenir Next"/>
                <a:ea typeface="Avenir Next"/>
                <a:cs typeface="Avenir Next"/>
              </a:rPr>
              <a:t>Exit A</a:t>
            </a:r>
          </a:p>
        </p:txBody>
      </p:sp>
      <p:sp>
        <p:nvSpPr>
          <p:cNvPr id="3" name="Three accounts of the same doorway">
            <a:extLst xmlns:a="http://schemas.openxmlformats.org/drawingml/2006/main">
              <a:ext uri="{FF2B5EF4-FFF2-40B4-BE49-F238E27FC236}">
                <a16:creationId xmlns:a16="http://schemas.microsoft.com/office/drawing/2014/main" id="{98B7AC71-181F-4ED0-9F9D-6704D765E3A3}"/>
              </a:ext>
            </a:extLst>
          </p:cNvPr>
          <p:cNvSpPr>
            <a:spLocks xmlns:a="http://schemas.openxmlformats.org/drawingml/2006/main" noGrp="1"/>
          </p:cNvSpPr>
          <p:nvPr/>
        </p:nvSpPr>
        <p:spPr>
          <a:xfrm xmlns:a="http://schemas.openxmlformats.org/drawingml/2006/main">
            <a:off x="590550" y="158115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17222A"/>
                </a:solidFill>
                <a:latin typeface="Avenir Next"/>
                <a:ea typeface="Avenir Next"/>
                <a:cs typeface="Avenir Next"/>
              </a:defRPr>
            </a:defPPr>
            <a:lvl1pPr algn="l">
              <a:defRPr sz="2400" b="0">
                <a:solidFill>
                  <a:srgbClr val="17222A"/>
                </a:solidFill>
                <a:latin typeface="Avenir Next"/>
                <a:ea typeface="Avenir Next"/>
                <a:cs typeface="Avenir Next"/>
              </a:defRPr>
            </a:lvl1pPr>
            <a:lvl2pPr algn="l">
              <a:defRPr sz="2400" b="0">
                <a:solidFill>
                  <a:srgbClr val="17222A"/>
                </a:solidFill>
                <a:latin typeface="Avenir Next"/>
                <a:ea typeface="Avenir Next"/>
                <a:cs typeface="Avenir Next"/>
              </a:defRPr>
            </a:lvl2pPr>
            <a:lvl3pPr algn="l">
              <a:defRPr sz="2400" b="0">
                <a:solidFill>
                  <a:srgbClr val="17222A"/>
                </a:solidFill>
                <a:latin typeface="Avenir Next"/>
                <a:ea typeface="Avenir Next"/>
                <a:cs typeface="Avenir Next"/>
              </a:defRPr>
            </a:lvl3pPr>
            <a:lvl4pPr algn="l">
              <a:defRPr sz="2400" b="0">
                <a:solidFill>
                  <a:srgbClr val="17222A"/>
                </a:solidFill>
                <a:latin typeface="Avenir Next"/>
                <a:ea typeface="Avenir Next"/>
                <a:cs typeface="Avenir Next"/>
              </a:defRPr>
            </a:lvl4pPr>
            <a:lvl5pPr algn="l">
              <a:defRPr sz="2400" b="0">
                <a:solidFill>
                  <a:srgbClr val="17222A"/>
                </a:solidFill>
                <a:latin typeface="Avenir Next"/>
                <a:ea typeface="Avenir Next"/>
                <a:cs typeface="Avenir Next"/>
              </a:defRPr>
            </a:lvl5pPr>
            <a:lvl6pPr algn="l">
              <a:defRPr sz="2400" b="0">
                <a:solidFill>
                  <a:srgbClr val="17222A"/>
                </a:solidFill>
                <a:latin typeface="Avenir Next"/>
                <a:ea typeface="Avenir Next"/>
                <a:cs typeface="Avenir Next"/>
              </a:defRPr>
            </a:lvl6pPr>
            <a:lvl7pPr algn="l">
              <a:defRPr sz="2400" b="0">
                <a:solidFill>
                  <a:srgbClr val="17222A"/>
                </a:solidFill>
                <a:latin typeface="Avenir Next"/>
                <a:ea typeface="Avenir Next"/>
                <a:cs typeface="Avenir Next"/>
              </a:defRPr>
            </a:lvl7pPr>
            <a:lvl8pPr algn="l">
              <a:defRPr sz="2400" b="0">
                <a:solidFill>
                  <a:srgbClr val="17222A"/>
                </a:solidFill>
                <a:latin typeface="Avenir Next"/>
                <a:ea typeface="Avenir Next"/>
                <a:cs typeface="Avenir Next"/>
              </a:defRPr>
            </a:lvl8pPr>
            <a:lvl9pPr algn="l">
              <a:defRPr sz="2400" b="0">
                <a:solidFill>
                  <a:srgbClr val="17222A"/>
                </a:solidFill>
                <a:latin typeface="Avenir Next"/>
                <a:ea typeface="Avenir Next"/>
                <a:cs typeface="Avenir Next"/>
              </a:defRPr>
            </a:lvl9pPr>
          </a:lstStyle>
          <a:p xmlns:a="http://schemas.openxmlformats.org/drawingml/2006/main">
            <a:pPr algn="l">
              <a:defRPr sz="2400" b="0">
                <a:solidFill>
                  <a:srgbClr val="17222A"/>
                </a:solidFill>
                <a:latin typeface="Avenir Next"/>
                <a:ea typeface="Avenir Next"/>
                <a:cs typeface="Avenir Next"/>
              </a:defRPr>
            </a:pPr>
            <a:r>
              <a:rPr sz="2400" b="0">
                <a:solidFill>
                  <a:srgbClr val="17222A"/>
                </a:solidFill>
                <a:latin typeface="Avenir Next"/>
                <a:ea typeface="Avenir Next"/>
                <a:cs typeface="Avenir Next"/>
              </a:rPr>
              <a:t>Three accounts of the same doorway</a:t>
            </a:r>
          </a:p>
        </p:txBody>
      </p:sp>
      <p:sp>
        <p:nvSpPr>
          <p:cNvPr id="4" name="“The inner door at Exit A&#10;will not open.”">
            <a:extLst xmlns:a="http://schemas.openxmlformats.org/drawingml/2006/main">
              <a:ext uri="{FF2B5EF4-FFF2-40B4-BE49-F238E27FC236}">
                <a16:creationId xmlns:a16="http://schemas.microsoft.com/office/drawing/2014/main" id="{4928B339-10EA-44E1-98A6-272F2809F527}"/>
              </a:ext>
            </a:extLst>
          </p:cNvPr>
          <p:cNvSpPr>
            <a:spLocks xmlns:a="http://schemas.openxmlformats.org/drawingml/2006/main" noGrp="1"/>
          </p:cNvSpPr>
          <p:nvPr/>
        </p:nvSpPr>
        <p:spPr>
          <a:xfrm xmlns:a="http://schemas.openxmlformats.org/drawingml/2006/main">
            <a:off x="590550" y="2628900"/>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7222A"/>
                </a:solidFill>
                <a:latin typeface="Avenir Next"/>
                <a:ea typeface="Avenir Next"/>
                <a:cs typeface="Avenir Next"/>
              </a:defRPr>
            </a:defPPr>
            <a:lvl1pPr algn="l">
              <a:defRPr sz="2850" b="1">
                <a:solidFill>
                  <a:srgbClr val="17222A"/>
                </a:solidFill>
                <a:latin typeface="Avenir Next"/>
                <a:ea typeface="Avenir Next"/>
                <a:cs typeface="Avenir Next"/>
              </a:defRPr>
            </a:lvl1pPr>
            <a:lvl2pPr algn="l">
              <a:defRPr sz="2850" b="1">
                <a:solidFill>
                  <a:srgbClr val="17222A"/>
                </a:solidFill>
                <a:latin typeface="Avenir Next"/>
                <a:ea typeface="Avenir Next"/>
                <a:cs typeface="Avenir Next"/>
              </a:defRPr>
            </a:lvl2pPr>
            <a:lvl3pPr algn="l">
              <a:defRPr sz="2850" b="1">
                <a:solidFill>
                  <a:srgbClr val="17222A"/>
                </a:solidFill>
                <a:latin typeface="Avenir Next"/>
                <a:ea typeface="Avenir Next"/>
                <a:cs typeface="Avenir Next"/>
              </a:defRPr>
            </a:lvl3pPr>
            <a:lvl4pPr algn="l">
              <a:defRPr sz="2850" b="1">
                <a:solidFill>
                  <a:srgbClr val="17222A"/>
                </a:solidFill>
                <a:latin typeface="Avenir Next"/>
                <a:ea typeface="Avenir Next"/>
                <a:cs typeface="Avenir Next"/>
              </a:defRPr>
            </a:lvl4pPr>
            <a:lvl5pPr algn="l">
              <a:defRPr sz="2850" b="1">
                <a:solidFill>
                  <a:srgbClr val="17222A"/>
                </a:solidFill>
                <a:latin typeface="Avenir Next"/>
                <a:ea typeface="Avenir Next"/>
                <a:cs typeface="Avenir Next"/>
              </a:defRPr>
            </a:lvl5pPr>
            <a:lvl6pPr algn="l">
              <a:defRPr sz="2850" b="1">
                <a:solidFill>
                  <a:srgbClr val="17222A"/>
                </a:solidFill>
                <a:latin typeface="Avenir Next"/>
                <a:ea typeface="Avenir Next"/>
                <a:cs typeface="Avenir Next"/>
              </a:defRPr>
            </a:lvl6pPr>
            <a:lvl7pPr algn="l">
              <a:defRPr sz="2850" b="1">
                <a:solidFill>
                  <a:srgbClr val="17222A"/>
                </a:solidFill>
                <a:latin typeface="Avenir Next"/>
                <a:ea typeface="Avenir Next"/>
                <a:cs typeface="Avenir Next"/>
              </a:defRPr>
            </a:lvl7pPr>
            <a:lvl8pPr algn="l">
              <a:defRPr sz="2850" b="1">
                <a:solidFill>
                  <a:srgbClr val="17222A"/>
                </a:solidFill>
                <a:latin typeface="Avenir Next"/>
                <a:ea typeface="Avenir Next"/>
                <a:cs typeface="Avenir Next"/>
              </a:defRPr>
            </a:lvl8pPr>
            <a:lvl9pPr algn="l">
              <a:defRPr sz="2850" b="1">
                <a:solidFill>
                  <a:srgbClr val="17222A"/>
                </a:solidFill>
                <a:latin typeface="Avenir Next"/>
                <a:ea typeface="Avenir Next"/>
                <a:cs typeface="Avenir Next"/>
              </a:defRPr>
            </a:lvl9pPr>
          </a:lstStyle>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“The inner door at Exit A</a:t>
            </a:r>
          </a:p>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will not open.”</a:t>
            </a:r>
          </a:p>
        </p:txBody>
      </p:sp>
      <p:sp>
        <p:nvSpPr>
          <p:cNvPr id="5" name="“The inside Exit A door&#10;seems jammed.”">
            <a:extLst xmlns:a="http://schemas.openxmlformats.org/drawingml/2006/main">
              <a:ext uri="{FF2B5EF4-FFF2-40B4-BE49-F238E27FC236}">
                <a16:creationId xmlns:a16="http://schemas.microsoft.com/office/drawing/2014/main" id="{8676A070-BF5A-4687-BC22-8043773E053E}"/>
              </a:ext>
            </a:extLst>
          </p:cNvPr>
          <p:cNvSpPr>
            <a:spLocks xmlns:a="http://schemas.openxmlformats.org/drawingml/2006/main" noGrp="1"/>
          </p:cNvSpPr>
          <p:nvPr/>
        </p:nvSpPr>
        <p:spPr>
          <a:xfrm xmlns:a="http://schemas.openxmlformats.org/drawingml/2006/main">
            <a:off x="590550" y="3962400"/>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7222A"/>
                </a:solidFill>
                <a:latin typeface="Avenir Next"/>
                <a:ea typeface="Avenir Next"/>
                <a:cs typeface="Avenir Next"/>
              </a:defRPr>
            </a:defPPr>
            <a:lvl1pPr algn="l">
              <a:defRPr sz="2850" b="1">
                <a:solidFill>
                  <a:srgbClr val="17222A"/>
                </a:solidFill>
                <a:latin typeface="Avenir Next"/>
                <a:ea typeface="Avenir Next"/>
                <a:cs typeface="Avenir Next"/>
              </a:defRPr>
            </a:lvl1pPr>
            <a:lvl2pPr algn="l">
              <a:defRPr sz="2850" b="1">
                <a:solidFill>
                  <a:srgbClr val="17222A"/>
                </a:solidFill>
                <a:latin typeface="Avenir Next"/>
                <a:ea typeface="Avenir Next"/>
                <a:cs typeface="Avenir Next"/>
              </a:defRPr>
            </a:lvl2pPr>
            <a:lvl3pPr algn="l">
              <a:defRPr sz="2850" b="1">
                <a:solidFill>
                  <a:srgbClr val="17222A"/>
                </a:solidFill>
                <a:latin typeface="Avenir Next"/>
                <a:ea typeface="Avenir Next"/>
                <a:cs typeface="Avenir Next"/>
              </a:defRPr>
            </a:lvl3pPr>
            <a:lvl4pPr algn="l">
              <a:defRPr sz="2850" b="1">
                <a:solidFill>
                  <a:srgbClr val="17222A"/>
                </a:solidFill>
                <a:latin typeface="Avenir Next"/>
                <a:ea typeface="Avenir Next"/>
                <a:cs typeface="Avenir Next"/>
              </a:defRPr>
            </a:lvl4pPr>
            <a:lvl5pPr algn="l">
              <a:defRPr sz="2850" b="1">
                <a:solidFill>
                  <a:srgbClr val="17222A"/>
                </a:solidFill>
                <a:latin typeface="Avenir Next"/>
                <a:ea typeface="Avenir Next"/>
                <a:cs typeface="Avenir Next"/>
              </a:defRPr>
            </a:lvl5pPr>
            <a:lvl6pPr algn="l">
              <a:defRPr sz="2850" b="1">
                <a:solidFill>
                  <a:srgbClr val="17222A"/>
                </a:solidFill>
                <a:latin typeface="Avenir Next"/>
                <a:ea typeface="Avenir Next"/>
                <a:cs typeface="Avenir Next"/>
              </a:defRPr>
            </a:lvl6pPr>
            <a:lvl7pPr algn="l">
              <a:defRPr sz="2850" b="1">
                <a:solidFill>
                  <a:srgbClr val="17222A"/>
                </a:solidFill>
                <a:latin typeface="Avenir Next"/>
                <a:ea typeface="Avenir Next"/>
                <a:cs typeface="Avenir Next"/>
              </a:defRPr>
            </a:lvl7pPr>
            <a:lvl8pPr algn="l">
              <a:defRPr sz="2850" b="1">
                <a:solidFill>
                  <a:srgbClr val="17222A"/>
                </a:solidFill>
                <a:latin typeface="Avenir Next"/>
                <a:ea typeface="Avenir Next"/>
                <a:cs typeface="Avenir Next"/>
              </a:defRPr>
            </a:lvl8pPr>
            <a:lvl9pPr algn="l">
              <a:defRPr sz="2850" b="1">
                <a:solidFill>
                  <a:srgbClr val="17222A"/>
                </a:solidFill>
                <a:latin typeface="Avenir Next"/>
                <a:ea typeface="Avenir Next"/>
                <a:cs typeface="Avenir Next"/>
              </a:defRPr>
            </a:lvl9pPr>
          </a:lstStyle>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“The inside Exit A door</a:t>
            </a:r>
          </a:p>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seems jammed.”</a:t>
            </a:r>
          </a:p>
        </p:txBody>
      </p:sp>
      <p:sp>
        <p:nvSpPr>
          <p:cNvPr id="6" name="“Exit A doorway is clear”">
            <a:extLst xmlns:a="http://schemas.openxmlformats.org/drawingml/2006/main">
              <a:ext uri="{FF2B5EF4-FFF2-40B4-BE49-F238E27FC236}">
                <a16:creationId xmlns:a16="http://schemas.microsoft.com/office/drawing/2014/main" id="{90713508-ADD0-41E9-BEA0-BD88F14F5023}"/>
              </a:ext>
            </a:extLst>
          </p:cNvPr>
          <p:cNvSpPr>
            <a:spLocks xmlns:a="http://schemas.openxmlformats.org/drawingml/2006/main" noGrp="1"/>
          </p:cNvSpPr>
          <p:nvPr/>
        </p:nvSpPr>
        <p:spPr>
          <a:xfrm xmlns:a="http://schemas.openxmlformats.org/drawingml/2006/main">
            <a:off x="590550" y="5391150"/>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7222A"/>
                </a:solidFill>
                <a:latin typeface="Avenir Next"/>
                <a:ea typeface="Avenir Next"/>
                <a:cs typeface="Avenir Next"/>
              </a:defRPr>
            </a:defPPr>
            <a:lvl1pPr algn="l">
              <a:defRPr sz="2850" b="1">
                <a:solidFill>
                  <a:srgbClr val="17222A"/>
                </a:solidFill>
                <a:latin typeface="Avenir Next"/>
                <a:ea typeface="Avenir Next"/>
                <a:cs typeface="Avenir Next"/>
              </a:defRPr>
            </a:lvl1pPr>
            <a:lvl2pPr algn="l">
              <a:defRPr sz="2850" b="1">
                <a:solidFill>
                  <a:srgbClr val="17222A"/>
                </a:solidFill>
                <a:latin typeface="Avenir Next"/>
                <a:ea typeface="Avenir Next"/>
                <a:cs typeface="Avenir Next"/>
              </a:defRPr>
            </a:lvl2pPr>
            <a:lvl3pPr algn="l">
              <a:defRPr sz="2850" b="1">
                <a:solidFill>
                  <a:srgbClr val="17222A"/>
                </a:solidFill>
                <a:latin typeface="Avenir Next"/>
                <a:ea typeface="Avenir Next"/>
                <a:cs typeface="Avenir Next"/>
              </a:defRPr>
            </a:lvl3pPr>
            <a:lvl4pPr algn="l">
              <a:defRPr sz="2850" b="1">
                <a:solidFill>
                  <a:srgbClr val="17222A"/>
                </a:solidFill>
                <a:latin typeface="Avenir Next"/>
                <a:ea typeface="Avenir Next"/>
                <a:cs typeface="Avenir Next"/>
              </a:defRPr>
            </a:lvl4pPr>
            <a:lvl5pPr algn="l">
              <a:defRPr sz="2850" b="1">
                <a:solidFill>
                  <a:srgbClr val="17222A"/>
                </a:solidFill>
                <a:latin typeface="Avenir Next"/>
                <a:ea typeface="Avenir Next"/>
                <a:cs typeface="Avenir Next"/>
              </a:defRPr>
            </a:lvl5pPr>
            <a:lvl6pPr algn="l">
              <a:defRPr sz="2850" b="1">
                <a:solidFill>
                  <a:srgbClr val="17222A"/>
                </a:solidFill>
                <a:latin typeface="Avenir Next"/>
                <a:ea typeface="Avenir Next"/>
                <a:cs typeface="Avenir Next"/>
              </a:defRPr>
            </a:lvl6pPr>
            <a:lvl7pPr algn="l">
              <a:defRPr sz="2850" b="1">
                <a:solidFill>
                  <a:srgbClr val="17222A"/>
                </a:solidFill>
                <a:latin typeface="Avenir Next"/>
                <a:ea typeface="Avenir Next"/>
                <a:cs typeface="Avenir Next"/>
              </a:defRPr>
            </a:lvl7pPr>
            <a:lvl8pPr algn="l">
              <a:defRPr sz="2850" b="1">
                <a:solidFill>
                  <a:srgbClr val="17222A"/>
                </a:solidFill>
                <a:latin typeface="Avenir Next"/>
                <a:ea typeface="Avenir Next"/>
                <a:cs typeface="Avenir Next"/>
              </a:defRPr>
            </a:lvl8pPr>
            <a:lvl9pPr algn="l">
              <a:defRPr sz="2850" b="1">
                <a:solidFill>
                  <a:srgbClr val="17222A"/>
                </a:solidFill>
                <a:latin typeface="Avenir Next"/>
                <a:ea typeface="Avenir Next"/>
                <a:cs typeface="Avenir Next"/>
              </a:defRPr>
            </a:lvl9pPr>
          </a:lstStyle>
          <a:p xmlns:a="http://schemas.openxmlformats.org/drawingml/2006/main">
            <a:pPr algn="l">
              <a:defRPr sz="2850" b="1">
                <a:solidFill>
                  <a:srgbClr val="17222A"/>
                </a:solidFill>
                <a:latin typeface="Avenir Next"/>
                <a:ea typeface="Avenir Next"/>
                <a:cs typeface="Avenir Next"/>
              </a:defRPr>
            </a:pPr>
            <a:r>
              <a:rPr sz="2850" b="1">
                <a:solidFill>
                  <a:srgbClr val="17222A"/>
                </a:solidFill>
                <a:latin typeface="Avenir Next"/>
                <a:ea typeface="Avenir Next"/>
                <a:cs typeface="Avenir Next"/>
              </a:rPr>
              <a:t>“Exit A doorway is clear”</a:t>
            </a:r>
          </a:p>
        </p:txBody>
      </p:sp>
      <p:sp>
        <p:nvSpPr>
          <p:cNvPr id="7" name="3">
            <a:extLst xmlns:a="http://schemas.openxmlformats.org/drawingml/2006/main">
              <a:ext uri="{FF2B5EF4-FFF2-40B4-BE49-F238E27FC236}">
                <a16:creationId xmlns:a16="http://schemas.microsoft.com/office/drawing/2014/main" id="{AB2D6E61-8C50-4E7A-8CFA-A880EDE87BCB}"/>
              </a:ext>
            </a:extLst>
          </p:cNvPr>
          <p:cNvSpPr>
            <a:spLocks xmlns:a="http://schemas.openxmlformats.org/drawingml/2006/main" noGrp="1"/>
          </p:cNvSpPr>
          <p:nvPr/>
        </p:nvSpPr>
        <p:spPr>
          <a:xfrm xmlns:a="http://schemas.openxmlformats.org/drawingml/2006/main">
            <a:off x="9258300" y="2343150"/>
            <a:ext cx="2381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450" b="1">
                <a:solidFill>
                  <a:srgbClr val="FF6429"/>
                </a:solidFill>
                <a:latin typeface="Avenir Next"/>
                <a:ea typeface="Avenir Next"/>
                <a:cs typeface="Avenir Next"/>
              </a:defRPr>
            </a:defPPr>
            <a:lvl1pPr algn="l">
              <a:defRPr sz="15450" b="1">
                <a:solidFill>
                  <a:srgbClr val="FF6429"/>
                </a:solidFill>
                <a:latin typeface="Avenir Next"/>
                <a:ea typeface="Avenir Next"/>
                <a:cs typeface="Avenir Next"/>
              </a:defRPr>
            </a:lvl1pPr>
            <a:lvl2pPr algn="l">
              <a:defRPr sz="15450" b="1">
                <a:solidFill>
                  <a:srgbClr val="FF6429"/>
                </a:solidFill>
                <a:latin typeface="Avenir Next"/>
                <a:ea typeface="Avenir Next"/>
                <a:cs typeface="Avenir Next"/>
              </a:defRPr>
            </a:lvl2pPr>
            <a:lvl3pPr algn="l">
              <a:defRPr sz="15450" b="1">
                <a:solidFill>
                  <a:srgbClr val="FF6429"/>
                </a:solidFill>
                <a:latin typeface="Avenir Next"/>
                <a:ea typeface="Avenir Next"/>
                <a:cs typeface="Avenir Next"/>
              </a:defRPr>
            </a:lvl3pPr>
            <a:lvl4pPr algn="l">
              <a:defRPr sz="15450" b="1">
                <a:solidFill>
                  <a:srgbClr val="FF6429"/>
                </a:solidFill>
                <a:latin typeface="Avenir Next"/>
                <a:ea typeface="Avenir Next"/>
                <a:cs typeface="Avenir Next"/>
              </a:defRPr>
            </a:lvl4pPr>
            <a:lvl5pPr algn="l">
              <a:defRPr sz="15450" b="1">
                <a:solidFill>
                  <a:srgbClr val="FF6429"/>
                </a:solidFill>
                <a:latin typeface="Avenir Next"/>
                <a:ea typeface="Avenir Next"/>
                <a:cs typeface="Avenir Next"/>
              </a:defRPr>
            </a:lvl5pPr>
            <a:lvl6pPr algn="l">
              <a:defRPr sz="15450" b="1">
                <a:solidFill>
                  <a:srgbClr val="FF6429"/>
                </a:solidFill>
                <a:latin typeface="Avenir Next"/>
                <a:ea typeface="Avenir Next"/>
                <a:cs typeface="Avenir Next"/>
              </a:defRPr>
            </a:lvl6pPr>
            <a:lvl7pPr algn="l">
              <a:defRPr sz="15450" b="1">
                <a:solidFill>
                  <a:srgbClr val="FF6429"/>
                </a:solidFill>
                <a:latin typeface="Avenir Next"/>
                <a:ea typeface="Avenir Next"/>
                <a:cs typeface="Avenir Next"/>
              </a:defRPr>
            </a:lvl7pPr>
            <a:lvl8pPr algn="l">
              <a:defRPr sz="15450" b="1">
                <a:solidFill>
                  <a:srgbClr val="FF6429"/>
                </a:solidFill>
                <a:latin typeface="Avenir Next"/>
                <a:ea typeface="Avenir Next"/>
                <a:cs typeface="Avenir Next"/>
              </a:defRPr>
            </a:lvl8pPr>
            <a:lvl9pPr algn="l">
              <a:defRPr sz="15450" b="1">
                <a:solidFill>
                  <a:srgbClr val="FF6429"/>
                </a:solidFill>
                <a:latin typeface="Avenir Next"/>
                <a:ea typeface="Avenir Next"/>
                <a:cs typeface="Avenir Next"/>
              </a:defRPr>
            </a:lvl9pPr>
          </a:lstStyle>
          <a:p xmlns:a="http://schemas.openxmlformats.org/drawingml/2006/main">
            <a:pPr algn="l">
              <a:defRPr sz="15450" b="1">
                <a:solidFill>
                  <a:srgbClr val="FF6429"/>
                </a:solidFill>
                <a:latin typeface="Avenir Next"/>
                <a:ea typeface="Avenir Next"/>
                <a:cs typeface="Avenir Next"/>
              </a:defRPr>
            </a:pPr>
            <a:r>
              <a:rPr sz="15450" b="1">
                <a:solidFill>
                  <a:srgbClr val="FF6429"/>
                </a:solidFill>
                <a:latin typeface="Avenir Next"/>
                <a:ea typeface="Avenir Next"/>
                <a:cs typeface="Avenir Next"/>
              </a:rPr>
              <a:t>3</a:t>
            </a:r>
          </a:p>
        </p:txBody>
      </p:sp>
      <p:sp>
        <p:nvSpPr>
          <p:cNvPr id="8" name="reports to reconcile">
            <a:extLst xmlns:a="http://schemas.openxmlformats.org/drawingml/2006/main">
              <a:ext uri="{FF2B5EF4-FFF2-40B4-BE49-F238E27FC236}">
                <a16:creationId xmlns:a16="http://schemas.microsoft.com/office/drawing/2014/main" id="{D0E80381-B894-4966-A44A-340DF3B2F6A4}"/>
              </a:ext>
            </a:extLst>
          </p:cNvPr>
          <p:cNvSpPr>
            <a:spLocks xmlns:a="http://schemas.openxmlformats.org/drawingml/2006/main" noGrp="1"/>
          </p:cNvSpPr>
          <p:nvPr/>
        </p:nvSpPr>
        <p:spPr>
          <a:xfrm xmlns:a="http://schemas.openxmlformats.org/drawingml/2006/main">
            <a:off x="8886825" y="47244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00" b="0">
                <a:solidFill>
                  <a:srgbClr val="17222A"/>
                </a:solidFill>
                <a:latin typeface="Avenir Next"/>
                <a:ea typeface="Avenir Next"/>
                <a:cs typeface="Avenir Next"/>
              </a:defRPr>
            </a:defPPr>
            <a:lvl1pPr algn="ctr">
              <a:defRPr sz="2100" b="0">
                <a:solidFill>
                  <a:srgbClr val="17222A"/>
                </a:solidFill>
                <a:latin typeface="Avenir Next"/>
                <a:ea typeface="Avenir Next"/>
                <a:cs typeface="Avenir Next"/>
              </a:defRPr>
            </a:lvl1pPr>
            <a:lvl2pPr algn="ctr">
              <a:defRPr sz="2100" b="0">
                <a:solidFill>
                  <a:srgbClr val="17222A"/>
                </a:solidFill>
                <a:latin typeface="Avenir Next"/>
                <a:ea typeface="Avenir Next"/>
                <a:cs typeface="Avenir Next"/>
              </a:defRPr>
            </a:lvl2pPr>
            <a:lvl3pPr algn="ctr">
              <a:defRPr sz="2100" b="0">
                <a:solidFill>
                  <a:srgbClr val="17222A"/>
                </a:solidFill>
                <a:latin typeface="Avenir Next"/>
                <a:ea typeface="Avenir Next"/>
                <a:cs typeface="Avenir Next"/>
              </a:defRPr>
            </a:lvl3pPr>
            <a:lvl4pPr algn="ctr">
              <a:defRPr sz="2100" b="0">
                <a:solidFill>
                  <a:srgbClr val="17222A"/>
                </a:solidFill>
                <a:latin typeface="Avenir Next"/>
                <a:ea typeface="Avenir Next"/>
                <a:cs typeface="Avenir Next"/>
              </a:defRPr>
            </a:lvl4pPr>
            <a:lvl5pPr algn="ctr">
              <a:defRPr sz="2100" b="0">
                <a:solidFill>
                  <a:srgbClr val="17222A"/>
                </a:solidFill>
                <a:latin typeface="Avenir Next"/>
                <a:ea typeface="Avenir Next"/>
                <a:cs typeface="Avenir Next"/>
              </a:defRPr>
            </a:lvl5pPr>
            <a:lvl6pPr algn="ctr">
              <a:defRPr sz="2100" b="0">
                <a:solidFill>
                  <a:srgbClr val="17222A"/>
                </a:solidFill>
                <a:latin typeface="Avenir Next"/>
                <a:ea typeface="Avenir Next"/>
                <a:cs typeface="Avenir Next"/>
              </a:defRPr>
            </a:lvl6pPr>
            <a:lvl7pPr algn="ctr">
              <a:defRPr sz="2100" b="0">
                <a:solidFill>
                  <a:srgbClr val="17222A"/>
                </a:solidFill>
                <a:latin typeface="Avenir Next"/>
                <a:ea typeface="Avenir Next"/>
                <a:cs typeface="Avenir Next"/>
              </a:defRPr>
            </a:lvl7pPr>
            <a:lvl8pPr algn="ctr">
              <a:defRPr sz="2100" b="0">
                <a:solidFill>
                  <a:srgbClr val="17222A"/>
                </a:solidFill>
                <a:latin typeface="Avenir Next"/>
                <a:ea typeface="Avenir Next"/>
                <a:cs typeface="Avenir Next"/>
              </a:defRPr>
            </a:lvl8pPr>
            <a:lvl9pPr algn="ctr">
              <a:defRPr sz="2100" b="0">
                <a:solidFill>
                  <a:srgbClr val="17222A"/>
                </a:solidFill>
                <a:latin typeface="Avenir Next"/>
                <a:ea typeface="Avenir Next"/>
                <a:cs typeface="Avenir Next"/>
              </a:defRPr>
            </a:lvl9pPr>
          </a:lstStyle>
          <a:p xmlns:a="http://schemas.openxmlformats.org/drawingml/2006/main">
            <a:pPr algn="ctr">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reports to reconcile</a:t>
            </a:r>
          </a:p>
        </p:txBody>
      </p:sp>
    </p:spTree>
    <p:extLst>
      <p:ext uri="{BB962C8B-B14F-4D97-AF65-F5344CB8AC3E}">
        <p14:creationId xmlns:p14="http://schemas.microsoft.com/office/powerpoint/2010/main" val="253130026"/>
      </p:ext>
    </p:extLst>
  </p:cSld>
</p:sld>
</file>

<file path=ppt/slides/slide3.xml><?xml version="1.0" encoding="utf-8"?>
<p:sld xmlns:p="http://schemas.openxmlformats.org/presentationml/2006/main">
  <p:cSld>
    <p:bg>
      <p:bgPr>
        <a:solidFill xmlns:a="http://schemas.openxmlformats.org/drawingml/2006/main">
          <a:srgbClr val="17222A"/>
        </a:solidFill>
      </p:bgPr>
    </p:bg>
    <p:spTree>
      <p:nvGrpSpPr>
        <p:cNvPr id="1" name=""/>
        <p:cNvGrpSpPr/>
        <p:nvPr/>
      </p:nvGrpSpPr>
      <p:grpSpPr>
        <a:xfrm xmlns:a="http://schemas.openxmlformats.org/drawingml/2006/main"/>
      </p:grpSpPr>
      <p:sp>
        <p:nvSpPr>
          <p:cNvPr id="2" name="The incident board">
            <a:extLst xmlns:a="http://schemas.openxmlformats.org/drawingml/2006/main">
              <a:ext uri="{FF2B5EF4-FFF2-40B4-BE49-F238E27FC236}">
                <a16:creationId xmlns:a16="http://schemas.microsoft.com/office/drawing/2014/main" id="{BC69C917-01EB-4A7B-8B6B-C35712E8E453}"/>
              </a:ext>
            </a:extLst>
          </p:cNvPr>
          <p:cNvSpPr>
            <a:spLocks xmlns:a="http://schemas.openxmlformats.org/drawingml/2006/main" noGrp="1"/>
          </p:cNvSpPr>
          <p:nvPr/>
        </p:nvSpPr>
        <p:spPr>
          <a:xfrm xmlns:a="http://schemas.openxmlformats.org/drawingml/2006/main">
            <a:off x="457200" y="304800"/>
            <a:ext cx="1114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950" b="1">
                <a:solidFill>
                  <a:srgbClr val="FFFFFF"/>
                </a:solidFill>
                <a:latin typeface="Avenir Next"/>
                <a:ea typeface="Avenir Next"/>
                <a:cs typeface="Avenir Next"/>
              </a:defRPr>
            </a:defPPr>
            <a:lvl1pPr algn="l">
              <a:defRPr sz="4950" b="1">
                <a:solidFill>
                  <a:srgbClr val="FFFFFF"/>
                </a:solidFill>
                <a:latin typeface="Avenir Next"/>
                <a:ea typeface="Avenir Next"/>
                <a:cs typeface="Avenir Next"/>
              </a:defRPr>
            </a:lvl1pPr>
            <a:lvl2pPr algn="l">
              <a:defRPr sz="4950" b="1">
                <a:solidFill>
                  <a:srgbClr val="FFFFFF"/>
                </a:solidFill>
                <a:latin typeface="Avenir Next"/>
                <a:ea typeface="Avenir Next"/>
                <a:cs typeface="Avenir Next"/>
              </a:defRPr>
            </a:lvl2pPr>
            <a:lvl3pPr algn="l">
              <a:defRPr sz="4950" b="1">
                <a:solidFill>
                  <a:srgbClr val="FFFFFF"/>
                </a:solidFill>
                <a:latin typeface="Avenir Next"/>
                <a:ea typeface="Avenir Next"/>
                <a:cs typeface="Avenir Next"/>
              </a:defRPr>
            </a:lvl3pPr>
            <a:lvl4pPr algn="l">
              <a:defRPr sz="4950" b="1">
                <a:solidFill>
                  <a:srgbClr val="FFFFFF"/>
                </a:solidFill>
                <a:latin typeface="Avenir Next"/>
                <a:ea typeface="Avenir Next"/>
                <a:cs typeface="Avenir Next"/>
              </a:defRPr>
            </a:lvl4pPr>
            <a:lvl5pPr algn="l">
              <a:defRPr sz="4950" b="1">
                <a:solidFill>
                  <a:srgbClr val="FFFFFF"/>
                </a:solidFill>
                <a:latin typeface="Avenir Next"/>
                <a:ea typeface="Avenir Next"/>
                <a:cs typeface="Avenir Next"/>
              </a:defRPr>
            </a:lvl5pPr>
            <a:lvl6pPr algn="l">
              <a:defRPr sz="4950" b="1">
                <a:solidFill>
                  <a:srgbClr val="FFFFFF"/>
                </a:solidFill>
                <a:latin typeface="Avenir Next"/>
                <a:ea typeface="Avenir Next"/>
                <a:cs typeface="Avenir Next"/>
              </a:defRPr>
            </a:lvl6pPr>
            <a:lvl7pPr algn="l">
              <a:defRPr sz="4950" b="1">
                <a:solidFill>
                  <a:srgbClr val="FFFFFF"/>
                </a:solidFill>
                <a:latin typeface="Avenir Next"/>
                <a:ea typeface="Avenir Next"/>
                <a:cs typeface="Avenir Next"/>
              </a:defRPr>
            </a:lvl7pPr>
            <a:lvl8pPr algn="l">
              <a:defRPr sz="4950" b="1">
                <a:solidFill>
                  <a:srgbClr val="FFFFFF"/>
                </a:solidFill>
                <a:latin typeface="Avenir Next"/>
                <a:ea typeface="Avenir Next"/>
                <a:cs typeface="Avenir Next"/>
              </a:defRPr>
            </a:lvl8pPr>
            <a:lvl9pPr algn="l">
              <a:defRPr sz="4950" b="1">
                <a:solidFill>
                  <a:srgbClr val="FFFFFF"/>
                </a:solidFill>
                <a:latin typeface="Avenir Next"/>
                <a:ea typeface="Avenir Next"/>
                <a:cs typeface="Avenir Next"/>
              </a:defRPr>
            </a:lvl9pPr>
          </a:lstStyle>
          <a:p xmlns:a="http://schemas.openxmlformats.org/drawingml/2006/main">
            <a:pPr algn="l">
              <a:defRPr sz="4950" b="1">
                <a:solidFill>
                  <a:srgbClr val="FFFFFF"/>
                </a:solidFill>
                <a:latin typeface="Avenir Next"/>
                <a:ea typeface="Avenir Next"/>
                <a:cs typeface="Avenir Next"/>
              </a:defRPr>
            </a:pPr>
            <a:r>
              <a:rPr sz="4950" b="1">
                <a:solidFill>
                  <a:srgbClr val="FFFFFF"/>
                </a:solidFill>
                <a:latin typeface="Avenir Next"/>
                <a:ea typeface="Avenir Next"/>
                <a:cs typeface="Avenir Next"/>
              </a:rPr>
              <a:t>The incident board</a:t>
            </a:r>
          </a:p>
        </p:txBody>
      </p:sp>
      <p:pic>
        <p:nvPicPr>
          <p:cNvPr id="3" name="">
            <a:extLst xmlns:a="http://schemas.openxmlformats.org/drawingml/2006/main">
              <a:ext uri="{FF2B5EF4-FFF2-40B4-BE49-F238E27FC236}">
                <a16:creationId xmlns:a16="http://schemas.microsoft.com/office/drawing/2014/main" id="{1114B568-B777-43DD-8CE5-9CA043F50029}"/>
              </a:ext>
            </a:extLst>
          </p:cNvPr>
          <p:cNvPicPr>
            <a:picLocks xmlns:a="http://schemas.openxmlformats.org/drawingml/2006/main" noChangeAspect="1"/>
          </p:cNvPicPr>
          <p:nvPr/>
        </p:nvPicPr>
        <p:blipFill>
          <a:blip xmlns:r="http://schemas.openxmlformats.org/officeDocument/2006/relationships" xmlns:a="http://schemas.openxmlformats.org/drawingml/2006/main" r:embed="R9d019b95452b4ea1"/>
          <a:srcRect xmlns:a="http://schemas.openxmlformats.org/drawingml/2006/main" l="0" t="20500" r="31900" b="0"/>
          <a:stretch xmlns:a="http://schemas.openxmlformats.org/drawingml/2006/main"/>
        </p:blipFill>
        <p:spPr>
          <a:xfrm xmlns:a="http://schemas.openxmlformats.org/drawingml/2006/main">
            <a:off x="304800" y="1381125"/>
            <a:ext cx="8477250" cy="5219700"/>
          </a:xfrm>
          <a:prstGeom xmlns:a="http://schemas.openxmlformats.org/drawingml/2006/main" prst="rect">
            <a:avLst/>
          </a:prstGeom>
        </p:spPr>
      </p:pic>
      <p:sp>
        <p:nvSpPr>
          <p:cNvPr id="4" name="24">
            <a:extLst xmlns:a="http://schemas.openxmlformats.org/drawingml/2006/main">
              <a:ext uri="{FF2B5EF4-FFF2-40B4-BE49-F238E27FC236}">
                <a16:creationId xmlns:a16="http://schemas.microsoft.com/office/drawing/2014/main" id="{7ADB3008-03EA-4F81-AF37-08C1D4323EB9}"/>
              </a:ext>
            </a:extLst>
          </p:cNvPr>
          <p:cNvSpPr>
            <a:spLocks xmlns:a="http://schemas.openxmlformats.org/drawingml/2006/main" noGrp="1"/>
          </p:cNvSpPr>
          <p:nvPr/>
        </p:nvSpPr>
        <p:spPr>
          <a:xfrm xmlns:a="http://schemas.openxmlformats.org/drawingml/2006/main">
            <a:off x="9239250" y="1304925"/>
            <a:ext cx="2476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900" b="1">
                <a:solidFill>
                  <a:srgbClr val="FF6429"/>
                </a:solidFill>
                <a:latin typeface="Avenir Next"/>
                <a:ea typeface="Avenir Next"/>
                <a:cs typeface="Avenir Next"/>
              </a:defRPr>
            </a:defPPr>
            <a:lvl1pPr algn="l">
              <a:defRPr sz="6900" b="1">
                <a:solidFill>
                  <a:srgbClr val="FF6429"/>
                </a:solidFill>
                <a:latin typeface="Avenir Next"/>
                <a:ea typeface="Avenir Next"/>
                <a:cs typeface="Avenir Next"/>
              </a:defRPr>
            </a:lvl1pPr>
            <a:lvl2pPr algn="l">
              <a:defRPr sz="6900" b="1">
                <a:solidFill>
                  <a:srgbClr val="FF6429"/>
                </a:solidFill>
                <a:latin typeface="Avenir Next"/>
                <a:ea typeface="Avenir Next"/>
                <a:cs typeface="Avenir Next"/>
              </a:defRPr>
            </a:lvl2pPr>
            <a:lvl3pPr algn="l">
              <a:defRPr sz="6900" b="1">
                <a:solidFill>
                  <a:srgbClr val="FF6429"/>
                </a:solidFill>
                <a:latin typeface="Avenir Next"/>
                <a:ea typeface="Avenir Next"/>
                <a:cs typeface="Avenir Next"/>
              </a:defRPr>
            </a:lvl3pPr>
            <a:lvl4pPr algn="l">
              <a:defRPr sz="6900" b="1">
                <a:solidFill>
                  <a:srgbClr val="FF6429"/>
                </a:solidFill>
                <a:latin typeface="Avenir Next"/>
                <a:ea typeface="Avenir Next"/>
                <a:cs typeface="Avenir Next"/>
              </a:defRPr>
            </a:lvl4pPr>
            <a:lvl5pPr algn="l">
              <a:defRPr sz="6900" b="1">
                <a:solidFill>
                  <a:srgbClr val="FF6429"/>
                </a:solidFill>
                <a:latin typeface="Avenir Next"/>
                <a:ea typeface="Avenir Next"/>
                <a:cs typeface="Avenir Next"/>
              </a:defRPr>
            </a:lvl5pPr>
            <a:lvl6pPr algn="l">
              <a:defRPr sz="6900" b="1">
                <a:solidFill>
                  <a:srgbClr val="FF6429"/>
                </a:solidFill>
                <a:latin typeface="Avenir Next"/>
                <a:ea typeface="Avenir Next"/>
                <a:cs typeface="Avenir Next"/>
              </a:defRPr>
            </a:lvl6pPr>
            <a:lvl7pPr algn="l">
              <a:defRPr sz="6900" b="1">
                <a:solidFill>
                  <a:srgbClr val="FF6429"/>
                </a:solidFill>
                <a:latin typeface="Avenir Next"/>
                <a:ea typeface="Avenir Next"/>
                <a:cs typeface="Avenir Next"/>
              </a:defRPr>
            </a:lvl7pPr>
            <a:lvl8pPr algn="l">
              <a:defRPr sz="6900" b="1">
                <a:solidFill>
                  <a:srgbClr val="FF6429"/>
                </a:solidFill>
                <a:latin typeface="Avenir Next"/>
                <a:ea typeface="Avenir Next"/>
                <a:cs typeface="Avenir Next"/>
              </a:defRPr>
            </a:lvl8pPr>
            <a:lvl9pPr algn="l">
              <a:defRPr sz="6900" b="1">
                <a:solidFill>
                  <a:srgbClr val="FF6429"/>
                </a:solidFill>
                <a:latin typeface="Avenir Next"/>
                <a:ea typeface="Avenir Next"/>
                <a:cs typeface="Avenir Next"/>
              </a:defRPr>
            </a:lvl9pPr>
          </a:lstStyle>
          <a:p xmlns:a="http://schemas.openxmlformats.org/drawingml/2006/main">
            <a:pPr algn="l">
              <a:defRPr sz="6900" b="1">
                <a:solidFill>
                  <a:srgbClr val="FF6429"/>
                </a:solidFill>
                <a:latin typeface="Avenir Next"/>
                <a:ea typeface="Avenir Next"/>
                <a:cs typeface="Avenir Next"/>
              </a:defRPr>
            </a:pPr>
            <a:r>
              <a:rPr sz="6900" b="1">
                <a:solidFill>
                  <a:srgbClr val="FF6429"/>
                </a:solidFill>
                <a:latin typeface="Avenir Next"/>
                <a:ea typeface="Avenir Next"/>
                <a:cs typeface="Avenir Next"/>
              </a:rPr>
              <a:t>24</a:t>
            </a:r>
          </a:p>
        </p:txBody>
      </p:sp>
      <p:sp>
        <p:nvSpPr>
          <p:cNvPr id="5" name="reports received">
            <a:extLst xmlns:a="http://schemas.openxmlformats.org/drawingml/2006/main">
              <a:ext uri="{FF2B5EF4-FFF2-40B4-BE49-F238E27FC236}">
                <a16:creationId xmlns:a16="http://schemas.microsoft.com/office/drawing/2014/main" id="{DFCB5BBA-1BAE-442A-B0D4-7348881234D0}"/>
              </a:ext>
            </a:extLst>
          </p:cNvPr>
          <p:cNvSpPr>
            <a:spLocks xmlns:a="http://schemas.openxmlformats.org/drawingml/2006/main" noGrp="1"/>
          </p:cNvSpPr>
          <p:nvPr/>
        </p:nvSpPr>
        <p:spPr>
          <a:xfrm xmlns:a="http://schemas.openxmlformats.org/drawingml/2006/main">
            <a:off x="9239250" y="24003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FFFFFF"/>
                </a:solidFill>
                <a:latin typeface="Avenir Next"/>
                <a:ea typeface="Avenir Next"/>
                <a:cs typeface="Avenir Next"/>
              </a:defRPr>
            </a:defPPr>
            <a:lvl1pPr algn="l">
              <a:defRPr sz="1875" b="0">
                <a:solidFill>
                  <a:srgbClr val="FFFFFF"/>
                </a:solidFill>
                <a:latin typeface="Avenir Next"/>
                <a:ea typeface="Avenir Next"/>
                <a:cs typeface="Avenir Next"/>
              </a:defRPr>
            </a:lvl1pPr>
            <a:lvl2pPr algn="l">
              <a:defRPr sz="1875" b="0">
                <a:solidFill>
                  <a:srgbClr val="FFFFFF"/>
                </a:solidFill>
                <a:latin typeface="Avenir Next"/>
                <a:ea typeface="Avenir Next"/>
                <a:cs typeface="Avenir Next"/>
              </a:defRPr>
            </a:lvl2pPr>
            <a:lvl3pPr algn="l">
              <a:defRPr sz="1875" b="0">
                <a:solidFill>
                  <a:srgbClr val="FFFFFF"/>
                </a:solidFill>
                <a:latin typeface="Avenir Next"/>
                <a:ea typeface="Avenir Next"/>
                <a:cs typeface="Avenir Next"/>
              </a:defRPr>
            </a:lvl3pPr>
            <a:lvl4pPr algn="l">
              <a:defRPr sz="1875" b="0">
                <a:solidFill>
                  <a:srgbClr val="FFFFFF"/>
                </a:solidFill>
                <a:latin typeface="Avenir Next"/>
                <a:ea typeface="Avenir Next"/>
                <a:cs typeface="Avenir Next"/>
              </a:defRPr>
            </a:lvl4pPr>
            <a:lvl5pPr algn="l">
              <a:defRPr sz="1875" b="0">
                <a:solidFill>
                  <a:srgbClr val="FFFFFF"/>
                </a:solidFill>
                <a:latin typeface="Avenir Next"/>
                <a:ea typeface="Avenir Next"/>
                <a:cs typeface="Avenir Next"/>
              </a:defRPr>
            </a:lvl5pPr>
            <a:lvl6pPr algn="l">
              <a:defRPr sz="1875" b="0">
                <a:solidFill>
                  <a:srgbClr val="FFFFFF"/>
                </a:solidFill>
                <a:latin typeface="Avenir Next"/>
                <a:ea typeface="Avenir Next"/>
                <a:cs typeface="Avenir Next"/>
              </a:defRPr>
            </a:lvl6pPr>
            <a:lvl7pPr algn="l">
              <a:defRPr sz="1875" b="0">
                <a:solidFill>
                  <a:srgbClr val="FFFFFF"/>
                </a:solidFill>
                <a:latin typeface="Avenir Next"/>
                <a:ea typeface="Avenir Next"/>
                <a:cs typeface="Avenir Next"/>
              </a:defRPr>
            </a:lvl7pPr>
            <a:lvl8pPr algn="l">
              <a:defRPr sz="1875" b="0">
                <a:solidFill>
                  <a:srgbClr val="FFFFFF"/>
                </a:solidFill>
                <a:latin typeface="Avenir Next"/>
                <a:ea typeface="Avenir Next"/>
                <a:cs typeface="Avenir Next"/>
              </a:defRPr>
            </a:lvl8pPr>
            <a:lvl9pPr algn="l">
              <a:defRPr sz="1875" b="0">
                <a:solidFill>
                  <a:srgbClr val="FFFFFF"/>
                </a:solidFill>
                <a:latin typeface="Avenir Next"/>
                <a:ea typeface="Avenir Next"/>
                <a:cs typeface="Avenir Next"/>
              </a:defRPr>
            </a:lvl9pPr>
          </a:lstStyle>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reports received</a:t>
            </a:r>
          </a:p>
        </p:txBody>
      </p:sp>
      <p:sp>
        <p:nvSpPr>
          <p:cNvPr id="6" name="8">
            <a:extLst xmlns:a="http://schemas.openxmlformats.org/drawingml/2006/main">
              <a:ext uri="{FF2B5EF4-FFF2-40B4-BE49-F238E27FC236}">
                <a16:creationId xmlns:a16="http://schemas.microsoft.com/office/drawing/2014/main" id="{5F6BBCC6-B508-4398-AA9C-5BDCFD091B95}"/>
              </a:ext>
            </a:extLst>
          </p:cNvPr>
          <p:cNvSpPr>
            <a:spLocks xmlns:a="http://schemas.openxmlformats.org/drawingml/2006/main" noGrp="1"/>
          </p:cNvSpPr>
          <p:nvPr/>
        </p:nvSpPr>
        <p:spPr>
          <a:xfrm xmlns:a="http://schemas.openxmlformats.org/drawingml/2006/main">
            <a:off x="9239250" y="3124200"/>
            <a:ext cx="2476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900" b="1">
                <a:solidFill>
                  <a:srgbClr val="FF6429"/>
                </a:solidFill>
                <a:latin typeface="Avenir Next"/>
                <a:ea typeface="Avenir Next"/>
                <a:cs typeface="Avenir Next"/>
              </a:defRPr>
            </a:defPPr>
            <a:lvl1pPr algn="l">
              <a:defRPr sz="6900" b="1">
                <a:solidFill>
                  <a:srgbClr val="FF6429"/>
                </a:solidFill>
                <a:latin typeface="Avenir Next"/>
                <a:ea typeface="Avenir Next"/>
                <a:cs typeface="Avenir Next"/>
              </a:defRPr>
            </a:lvl1pPr>
            <a:lvl2pPr algn="l">
              <a:defRPr sz="6900" b="1">
                <a:solidFill>
                  <a:srgbClr val="FF6429"/>
                </a:solidFill>
                <a:latin typeface="Avenir Next"/>
                <a:ea typeface="Avenir Next"/>
                <a:cs typeface="Avenir Next"/>
              </a:defRPr>
            </a:lvl2pPr>
            <a:lvl3pPr algn="l">
              <a:defRPr sz="6900" b="1">
                <a:solidFill>
                  <a:srgbClr val="FF6429"/>
                </a:solidFill>
                <a:latin typeface="Avenir Next"/>
                <a:ea typeface="Avenir Next"/>
                <a:cs typeface="Avenir Next"/>
              </a:defRPr>
            </a:lvl3pPr>
            <a:lvl4pPr algn="l">
              <a:defRPr sz="6900" b="1">
                <a:solidFill>
                  <a:srgbClr val="FF6429"/>
                </a:solidFill>
                <a:latin typeface="Avenir Next"/>
                <a:ea typeface="Avenir Next"/>
                <a:cs typeface="Avenir Next"/>
              </a:defRPr>
            </a:lvl4pPr>
            <a:lvl5pPr algn="l">
              <a:defRPr sz="6900" b="1">
                <a:solidFill>
                  <a:srgbClr val="FF6429"/>
                </a:solidFill>
                <a:latin typeface="Avenir Next"/>
                <a:ea typeface="Avenir Next"/>
                <a:cs typeface="Avenir Next"/>
              </a:defRPr>
            </a:lvl5pPr>
            <a:lvl6pPr algn="l">
              <a:defRPr sz="6900" b="1">
                <a:solidFill>
                  <a:srgbClr val="FF6429"/>
                </a:solidFill>
                <a:latin typeface="Avenir Next"/>
                <a:ea typeface="Avenir Next"/>
                <a:cs typeface="Avenir Next"/>
              </a:defRPr>
            </a:lvl6pPr>
            <a:lvl7pPr algn="l">
              <a:defRPr sz="6900" b="1">
                <a:solidFill>
                  <a:srgbClr val="FF6429"/>
                </a:solidFill>
                <a:latin typeface="Avenir Next"/>
                <a:ea typeface="Avenir Next"/>
                <a:cs typeface="Avenir Next"/>
              </a:defRPr>
            </a:lvl7pPr>
            <a:lvl8pPr algn="l">
              <a:defRPr sz="6900" b="1">
                <a:solidFill>
                  <a:srgbClr val="FF6429"/>
                </a:solidFill>
                <a:latin typeface="Avenir Next"/>
                <a:ea typeface="Avenir Next"/>
                <a:cs typeface="Avenir Next"/>
              </a:defRPr>
            </a:lvl8pPr>
            <a:lvl9pPr algn="l">
              <a:defRPr sz="6900" b="1">
                <a:solidFill>
                  <a:srgbClr val="FF6429"/>
                </a:solidFill>
                <a:latin typeface="Avenir Next"/>
                <a:ea typeface="Avenir Next"/>
                <a:cs typeface="Avenir Next"/>
              </a:defRPr>
            </a:lvl9pPr>
          </a:lstStyle>
          <a:p xmlns:a="http://schemas.openxmlformats.org/drawingml/2006/main">
            <a:pPr algn="l">
              <a:defRPr sz="6900" b="1">
                <a:solidFill>
                  <a:srgbClr val="FF6429"/>
                </a:solidFill>
                <a:latin typeface="Avenir Next"/>
                <a:ea typeface="Avenir Next"/>
                <a:cs typeface="Avenir Next"/>
              </a:defRPr>
            </a:pPr>
            <a:r>
              <a:rPr sz="6900" b="1">
                <a:solidFill>
                  <a:srgbClr val="FF6429"/>
                </a:solidFill>
                <a:latin typeface="Avenir Next"/>
                <a:ea typeface="Avenir Next"/>
                <a:cs typeface="Avenir Next"/>
              </a:rPr>
              <a:t>8</a:t>
            </a:r>
          </a:p>
        </p:txBody>
      </p:sp>
      <p:sp>
        <p:nvSpPr>
          <p:cNvPr id="7" name="provisional groups">
            <a:extLst xmlns:a="http://schemas.openxmlformats.org/drawingml/2006/main">
              <a:ext uri="{FF2B5EF4-FFF2-40B4-BE49-F238E27FC236}">
                <a16:creationId xmlns:a16="http://schemas.microsoft.com/office/drawing/2014/main" id="{E234D685-E9DE-4952-B75D-847154F25FDF}"/>
              </a:ext>
            </a:extLst>
          </p:cNvPr>
          <p:cNvSpPr>
            <a:spLocks xmlns:a="http://schemas.openxmlformats.org/drawingml/2006/main" noGrp="1"/>
          </p:cNvSpPr>
          <p:nvPr/>
        </p:nvSpPr>
        <p:spPr>
          <a:xfrm xmlns:a="http://schemas.openxmlformats.org/drawingml/2006/main">
            <a:off x="9239250" y="42195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FFFFFF"/>
                </a:solidFill>
                <a:latin typeface="Avenir Next"/>
                <a:ea typeface="Avenir Next"/>
                <a:cs typeface="Avenir Next"/>
              </a:defRPr>
            </a:defPPr>
            <a:lvl1pPr algn="l">
              <a:defRPr sz="1875" b="0">
                <a:solidFill>
                  <a:srgbClr val="FFFFFF"/>
                </a:solidFill>
                <a:latin typeface="Avenir Next"/>
                <a:ea typeface="Avenir Next"/>
                <a:cs typeface="Avenir Next"/>
              </a:defRPr>
            </a:lvl1pPr>
            <a:lvl2pPr algn="l">
              <a:defRPr sz="1875" b="0">
                <a:solidFill>
                  <a:srgbClr val="FFFFFF"/>
                </a:solidFill>
                <a:latin typeface="Avenir Next"/>
                <a:ea typeface="Avenir Next"/>
                <a:cs typeface="Avenir Next"/>
              </a:defRPr>
            </a:lvl2pPr>
            <a:lvl3pPr algn="l">
              <a:defRPr sz="1875" b="0">
                <a:solidFill>
                  <a:srgbClr val="FFFFFF"/>
                </a:solidFill>
                <a:latin typeface="Avenir Next"/>
                <a:ea typeface="Avenir Next"/>
                <a:cs typeface="Avenir Next"/>
              </a:defRPr>
            </a:lvl3pPr>
            <a:lvl4pPr algn="l">
              <a:defRPr sz="1875" b="0">
                <a:solidFill>
                  <a:srgbClr val="FFFFFF"/>
                </a:solidFill>
                <a:latin typeface="Avenir Next"/>
                <a:ea typeface="Avenir Next"/>
                <a:cs typeface="Avenir Next"/>
              </a:defRPr>
            </a:lvl4pPr>
            <a:lvl5pPr algn="l">
              <a:defRPr sz="1875" b="0">
                <a:solidFill>
                  <a:srgbClr val="FFFFFF"/>
                </a:solidFill>
                <a:latin typeface="Avenir Next"/>
                <a:ea typeface="Avenir Next"/>
                <a:cs typeface="Avenir Next"/>
              </a:defRPr>
            </a:lvl5pPr>
            <a:lvl6pPr algn="l">
              <a:defRPr sz="1875" b="0">
                <a:solidFill>
                  <a:srgbClr val="FFFFFF"/>
                </a:solidFill>
                <a:latin typeface="Avenir Next"/>
                <a:ea typeface="Avenir Next"/>
                <a:cs typeface="Avenir Next"/>
              </a:defRPr>
            </a:lvl6pPr>
            <a:lvl7pPr algn="l">
              <a:defRPr sz="1875" b="0">
                <a:solidFill>
                  <a:srgbClr val="FFFFFF"/>
                </a:solidFill>
                <a:latin typeface="Avenir Next"/>
                <a:ea typeface="Avenir Next"/>
                <a:cs typeface="Avenir Next"/>
              </a:defRPr>
            </a:lvl7pPr>
            <a:lvl8pPr algn="l">
              <a:defRPr sz="1875" b="0">
                <a:solidFill>
                  <a:srgbClr val="FFFFFF"/>
                </a:solidFill>
                <a:latin typeface="Avenir Next"/>
                <a:ea typeface="Avenir Next"/>
                <a:cs typeface="Avenir Next"/>
              </a:defRPr>
            </a:lvl8pPr>
            <a:lvl9pPr algn="l">
              <a:defRPr sz="1875" b="0">
                <a:solidFill>
                  <a:srgbClr val="FFFFFF"/>
                </a:solidFill>
                <a:latin typeface="Avenir Next"/>
                <a:ea typeface="Avenir Next"/>
                <a:cs typeface="Avenir Next"/>
              </a:defRPr>
            </a:lvl9pPr>
          </a:lstStyle>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provisional groups</a:t>
            </a:r>
          </a:p>
        </p:txBody>
      </p:sp>
      <p:sp>
        <p:nvSpPr>
          <p:cNvPr id="8" name="3">
            <a:extLst xmlns:a="http://schemas.openxmlformats.org/drawingml/2006/main">
              <a:ext uri="{FF2B5EF4-FFF2-40B4-BE49-F238E27FC236}">
                <a16:creationId xmlns:a16="http://schemas.microsoft.com/office/drawing/2014/main" id="{5D835F6E-99A3-4AB0-897F-F8147EE8DDBA}"/>
              </a:ext>
            </a:extLst>
          </p:cNvPr>
          <p:cNvSpPr>
            <a:spLocks xmlns:a="http://schemas.openxmlformats.org/drawingml/2006/main" noGrp="1"/>
          </p:cNvSpPr>
          <p:nvPr/>
        </p:nvSpPr>
        <p:spPr>
          <a:xfrm xmlns:a="http://schemas.openxmlformats.org/drawingml/2006/main">
            <a:off x="9239250" y="4933950"/>
            <a:ext cx="2476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900" b="1">
                <a:solidFill>
                  <a:srgbClr val="FF6429"/>
                </a:solidFill>
                <a:latin typeface="Avenir Next"/>
                <a:ea typeface="Avenir Next"/>
                <a:cs typeface="Avenir Next"/>
              </a:defRPr>
            </a:defPPr>
            <a:lvl1pPr algn="l">
              <a:defRPr sz="6900" b="1">
                <a:solidFill>
                  <a:srgbClr val="FF6429"/>
                </a:solidFill>
                <a:latin typeface="Avenir Next"/>
                <a:ea typeface="Avenir Next"/>
                <a:cs typeface="Avenir Next"/>
              </a:defRPr>
            </a:lvl1pPr>
            <a:lvl2pPr algn="l">
              <a:defRPr sz="6900" b="1">
                <a:solidFill>
                  <a:srgbClr val="FF6429"/>
                </a:solidFill>
                <a:latin typeface="Avenir Next"/>
                <a:ea typeface="Avenir Next"/>
                <a:cs typeface="Avenir Next"/>
              </a:defRPr>
            </a:lvl2pPr>
            <a:lvl3pPr algn="l">
              <a:defRPr sz="6900" b="1">
                <a:solidFill>
                  <a:srgbClr val="FF6429"/>
                </a:solidFill>
                <a:latin typeface="Avenir Next"/>
                <a:ea typeface="Avenir Next"/>
                <a:cs typeface="Avenir Next"/>
              </a:defRPr>
            </a:lvl3pPr>
            <a:lvl4pPr algn="l">
              <a:defRPr sz="6900" b="1">
                <a:solidFill>
                  <a:srgbClr val="FF6429"/>
                </a:solidFill>
                <a:latin typeface="Avenir Next"/>
                <a:ea typeface="Avenir Next"/>
                <a:cs typeface="Avenir Next"/>
              </a:defRPr>
            </a:lvl4pPr>
            <a:lvl5pPr algn="l">
              <a:defRPr sz="6900" b="1">
                <a:solidFill>
                  <a:srgbClr val="FF6429"/>
                </a:solidFill>
                <a:latin typeface="Avenir Next"/>
                <a:ea typeface="Avenir Next"/>
                <a:cs typeface="Avenir Next"/>
              </a:defRPr>
            </a:lvl5pPr>
            <a:lvl6pPr algn="l">
              <a:defRPr sz="6900" b="1">
                <a:solidFill>
                  <a:srgbClr val="FF6429"/>
                </a:solidFill>
                <a:latin typeface="Avenir Next"/>
                <a:ea typeface="Avenir Next"/>
                <a:cs typeface="Avenir Next"/>
              </a:defRPr>
            </a:lvl6pPr>
            <a:lvl7pPr algn="l">
              <a:defRPr sz="6900" b="1">
                <a:solidFill>
                  <a:srgbClr val="FF6429"/>
                </a:solidFill>
                <a:latin typeface="Avenir Next"/>
                <a:ea typeface="Avenir Next"/>
                <a:cs typeface="Avenir Next"/>
              </a:defRPr>
            </a:lvl7pPr>
            <a:lvl8pPr algn="l">
              <a:defRPr sz="6900" b="1">
                <a:solidFill>
                  <a:srgbClr val="FF6429"/>
                </a:solidFill>
                <a:latin typeface="Avenir Next"/>
                <a:ea typeface="Avenir Next"/>
                <a:cs typeface="Avenir Next"/>
              </a:defRPr>
            </a:lvl8pPr>
            <a:lvl9pPr algn="l">
              <a:defRPr sz="6900" b="1">
                <a:solidFill>
                  <a:srgbClr val="FF6429"/>
                </a:solidFill>
                <a:latin typeface="Avenir Next"/>
                <a:ea typeface="Avenir Next"/>
                <a:cs typeface="Avenir Next"/>
              </a:defRPr>
            </a:lvl9pPr>
          </a:lstStyle>
          <a:p xmlns:a="http://schemas.openxmlformats.org/drawingml/2006/main">
            <a:pPr algn="l">
              <a:defRPr sz="6900" b="1">
                <a:solidFill>
                  <a:srgbClr val="FF6429"/>
                </a:solidFill>
                <a:latin typeface="Avenir Next"/>
                <a:ea typeface="Avenir Next"/>
                <a:cs typeface="Avenir Next"/>
              </a:defRPr>
            </a:pPr>
            <a:r>
              <a:rPr sz="6900" b="1">
                <a:solidFill>
                  <a:srgbClr val="FF6429"/>
                </a:solidFill>
                <a:latin typeface="Avenir Next"/>
                <a:ea typeface="Avenir Next"/>
                <a:cs typeface="Avenir Next"/>
              </a:rPr>
              <a:t>3</a:t>
            </a:r>
          </a:p>
        </p:txBody>
      </p:sp>
      <p:sp>
        <p:nvSpPr>
          <p:cNvPr id="9" name="conflicting pairs">
            <a:extLst xmlns:a="http://schemas.openxmlformats.org/drawingml/2006/main">
              <a:ext uri="{FF2B5EF4-FFF2-40B4-BE49-F238E27FC236}">
                <a16:creationId xmlns:a16="http://schemas.microsoft.com/office/drawing/2014/main" id="{F90516AB-4D73-42C0-A90B-3198234173F9}"/>
              </a:ext>
            </a:extLst>
          </p:cNvPr>
          <p:cNvSpPr>
            <a:spLocks xmlns:a="http://schemas.openxmlformats.org/drawingml/2006/main" noGrp="1"/>
          </p:cNvSpPr>
          <p:nvPr/>
        </p:nvSpPr>
        <p:spPr>
          <a:xfrm xmlns:a="http://schemas.openxmlformats.org/drawingml/2006/main">
            <a:off x="9239250" y="60102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FFFFFF"/>
                </a:solidFill>
                <a:latin typeface="Avenir Next"/>
                <a:ea typeface="Avenir Next"/>
                <a:cs typeface="Avenir Next"/>
              </a:defRPr>
            </a:defPPr>
            <a:lvl1pPr algn="l">
              <a:defRPr sz="1875" b="0">
                <a:solidFill>
                  <a:srgbClr val="FFFFFF"/>
                </a:solidFill>
                <a:latin typeface="Avenir Next"/>
                <a:ea typeface="Avenir Next"/>
                <a:cs typeface="Avenir Next"/>
              </a:defRPr>
            </a:lvl1pPr>
            <a:lvl2pPr algn="l">
              <a:defRPr sz="1875" b="0">
                <a:solidFill>
                  <a:srgbClr val="FFFFFF"/>
                </a:solidFill>
                <a:latin typeface="Avenir Next"/>
                <a:ea typeface="Avenir Next"/>
                <a:cs typeface="Avenir Next"/>
              </a:defRPr>
            </a:lvl2pPr>
            <a:lvl3pPr algn="l">
              <a:defRPr sz="1875" b="0">
                <a:solidFill>
                  <a:srgbClr val="FFFFFF"/>
                </a:solidFill>
                <a:latin typeface="Avenir Next"/>
                <a:ea typeface="Avenir Next"/>
                <a:cs typeface="Avenir Next"/>
              </a:defRPr>
            </a:lvl3pPr>
            <a:lvl4pPr algn="l">
              <a:defRPr sz="1875" b="0">
                <a:solidFill>
                  <a:srgbClr val="FFFFFF"/>
                </a:solidFill>
                <a:latin typeface="Avenir Next"/>
                <a:ea typeface="Avenir Next"/>
                <a:cs typeface="Avenir Next"/>
              </a:defRPr>
            </a:lvl4pPr>
            <a:lvl5pPr algn="l">
              <a:defRPr sz="1875" b="0">
                <a:solidFill>
                  <a:srgbClr val="FFFFFF"/>
                </a:solidFill>
                <a:latin typeface="Avenir Next"/>
                <a:ea typeface="Avenir Next"/>
                <a:cs typeface="Avenir Next"/>
              </a:defRPr>
            </a:lvl5pPr>
            <a:lvl6pPr algn="l">
              <a:defRPr sz="1875" b="0">
                <a:solidFill>
                  <a:srgbClr val="FFFFFF"/>
                </a:solidFill>
                <a:latin typeface="Avenir Next"/>
                <a:ea typeface="Avenir Next"/>
                <a:cs typeface="Avenir Next"/>
              </a:defRPr>
            </a:lvl6pPr>
            <a:lvl7pPr algn="l">
              <a:defRPr sz="1875" b="0">
                <a:solidFill>
                  <a:srgbClr val="FFFFFF"/>
                </a:solidFill>
                <a:latin typeface="Avenir Next"/>
                <a:ea typeface="Avenir Next"/>
                <a:cs typeface="Avenir Next"/>
              </a:defRPr>
            </a:lvl7pPr>
            <a:lvl8pPr algn="l">
              <a:defRPr sz="1875" b="0">
                <a:solidFill>
                  <a:srgbClr val="FFFFFF"/>
                </a:solidFill>
                <a:latin typeface="Avenir Next"/>
                <a:ea typeface="Avenir Next"/>
                <a:cs typeface="Avenir Next"/>
              </a:defRPr>
            </a:lvl8pPr>
            <a:lvl9pPr algn="l">
              <a:defRPr sz="1875" b="0">
                <a:solidFill>
                  <a:srgbClr val="FFFFFF"/>
                </a:solidFill>
                <a:latin typeface="Avenir Next"/>
                <a:ea typeface="Avenir Next"/>
                <a:cs typeface="Avenir Next"/>
              </a:defRPr>
            </a:lvl9pPr>
          </a:lstStyle>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conflicting pairs</a:t>
            </a:r>
          </a:p>
        </p:txBody>
      </p:sp>
    </p:spTree>
    <p:extLst>
      <p:ext uri="{BB962C8B-B14F-4D97-AF65-F5344CB8AC3E}">
        <p14:creationId xmlns:p14="http://schemas.microsoft.com/office/powerpoint/2010/main" val="10022802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he processing path">
            <a:extLst xmlns:a="http://schemas.openxmlformats.org/drawingml/2006/main">
              <a:ext uri="{FF2B5EF4-FFF2-40B4-BE49-F238E27FC236}">
                <a16:creationId xmlns:a16="http://schemas.microsoft.com/office/drawing/2014/main" id="{EF13B75E-700A-445D-A3D4-67046E924A55}"/>
              </a:ext>
            </a:extLst>
          </p:cNvPr>
          <p:cNvSpPr>
            <a:spLocks xmlns:a="http://schemas.openxmlformats.org/drawingml/2006/main" noGrp="1"/>
          </p:cNvSpPr>
          <p:nvPr/>
        </p:nvSpPr>
        <p:spPr>
          <a:xfrm xmlns:a="http://schemas.openxmlformats.org/drawingml/2006/main">
            <a:off x="53340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950" b="1">
                <a:solidFill>
                  <a:srgbClr val="17222A"/>
                </a:solidFill>
                <a:latin typeface="Avenir Next"/>
                <a:ea typeface="Avenir Next"/>
                <a:cs typeface="Avenir Next"/>
              </a:defRPr>
            </a:defPPr>
            <a:lvl1pPr algn="l">
              <a:defRPr sz="4950" b="1">
                <a:solidFill>
                  <a:srgbClr val="17222A"/>
                </a:solidFill>
                <a:latin typeface="Avenir Next"/>
                <a:ea typeface="Avenir Next"/>
                <a:cs typeface="Avenir Next"/>
              </a:defRPr>
            </a:lvl1pPr>
            <a:lvl2pPr algn="l">
              <a:defRPr sz="4950" b="1">
                <a:solidFill>
                  <a:srgbClr val="17222A"/>
                </a:solidFill>
                <a:latin typeface="Avenir Next"/>
                <a:ea typeface="Avenir Next"/>
                <a:cs typeface="Avenir Next"/>
              </a:defRPr>
            </a:lvl2pPr>
            <a:lvl3pPr algn="l">
              <a:defRPr sz="4950" b="1">
                <a:solidFill>
                  <a:srgbClr val="17222A"/>
                </a:solidFill>
                <a:latin typeface="Avenir Next"/>
                <a:ea typeface="Avenir Next"/>
                <a:cs typeface="Avenir Next"/>
              </a:defRPr>
            </a:lvl3pPr>
            <a:lvl4pPr algn="l">
              <a:defRPr sz="4950" b="1">
                <a:solidFill>
                  <a:srgbClr val="17222A"/>
                </a:solidFill>
                <a:latin typeface="Avenir Next"/>
                <a:ea typeface="Avenir Next"/>
                <a:cs typeface="Avenir Next"/>
              </a:defRPr>
            </a:lvl4pPr>
            <a:lvl5pPr algn="l">
              <a:defRPr sz="4950" b="1">
                <a:solidFill>
                  <a:srgbClr val="17222A"/>
                </a:solidFill>
                <a:latin typeface="Avenir Next"/>
                <a:ea typeface="Avenir Next"/>
                <a:cs typeface="Avenir Next"/>
              </a:defRPr>
            </a:lvl5pPr>
            <a:lvl6pPr algn="l">
              <a:defRPr sz="4950" b="1">
                <a:solidFill>
                  <a:srgbClr val="17222A"/>
                </a:solidFill>
                <a:latin typeface="Avenir Next"/>
                <a:ea typeface="Avenir Next"/>
                <a:cs typeface="Avenir Next"/>
              </a:defRPr>
            </a:lvl6pPr>
            <a:lvl7pPr algn="l">
              <a:defRPr sz="4950" b="1">
                <a:solidFill>
                  <a:srgbClr val="17222A"/>
                </a:solidFill>
                <a:latin typeface="Avenir Next"/>
                <a:ea typeface="Avenir Next"/>
                <a:cs typeface="Avenir Next"/>
              </a:defRPr>
            </a:lvl7pPr>
            <a:lvl8pPr algn="l">
              <a:defRPr sz="4950" b="1">
                <a:solidFill>
                  <a:srgbClr val="17222A"/>
                </a:solidFill>
                <a:latin typeface="Avenir Next"/>
                <a:ea typeface="Avenir Next"/>
                <a:cs typeface="Avenir Next"/>
              </a:defRPr>
            </a:lvl8pPr>
            <a:lvl9pPr algn="l">
              <a:defRPr sz="4950" b="1">
                <a:solidFill>
                  <a:srgbClr val="17222A"/>
                </a:solidFill>
                <a:latin typeface="Avenir Next"/>
                <a:ea typeface="Avenir Next"/>
                <a:cs typeface="Avenir Next"/>
              </a:defRPr>
            </a:lvl9pPr>
          </a:lstStyle>
          <a:p xmlns:a="http://schemas.openxmlformats.org/drawingml/2006/main">
            <a:pPr algn="l">
              <a:defRPr sz="4950" b="1">
                <a:solidFill>
                  <a:srgbClr val="17222A"/>
                </a:solidFill>
                <a:latin typeface="Avenir Next"/>
                <a:ea typeface="Avenir Next"/>
                <a:cs typeface="Avenir Next"/>
              </a:defRPr>
            </a:pPr>
            <a:r>
              <a:rPr sz="4950" b="1">
                <a:solidFill>
                  <a:srgbClr val="17222A"/>
                </a:solidFill>
                <a:latin typeface="Avenir Next"/>
                <a:ea typeface="Avenir Next"/>
                <a:cs typeface="Avenir Next"/>
              </a:rPr>
              <a:t>The processing path</a:t>
            </a:r>
          </a:p>
        </p:txBody>
      </p:sp>
      <p:sp>
        <p:nvSpPr>
          <p:cNvPr id="3" name="1">
            <a:extLst xmlns:a="http://schemas.openxmlformats.org/drawingml/2006/main">
              <a:ext uri="{FF2B5EF4-FFF2-40B4-BE49-F238E27FC236}">
                <a16:creationId xmlns:a16="http://schemas.microsoft.com/office/drawing/2014/main" id="{01D0AD2C-1CA5-425D-9D12-18061957FFDD}"/>
              </a:ext>
            </a:extLst>
          </p:cNvPr>
          <p:cNvSpPr>
            <a:spLocks xmlns:a="http://schemas.openxmlformats.org/drawingml/2006/main" noGrp="1"/>
          </p:cNvSpPr>
          <p:nvPr/>
        </p:nvSpPr>
        <p:spPr>
          <a:xfrm xmlns:a="http://schemas.openxmlformats.org/drawingml/2006/main">
            <a:off x="533400" y="1628775"/>
            <a:ext cx="904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F6429"/>
                </a:solidFill>
                <a:latin typeface="Avenir Next"/>
                <a:ea typeface="Avenir Next"/>
                <a:cs typeface="Avenir Next"/>
              </a:defRPr>
            </a:defPPr>
            <a:lvl1pPr algn="l">
              <a:defRPr sz="4800" b="1">
                <a:solidFill>
                  <a:srgbClr val="FF6429"/>
                </a:solidFill>
                <a:latin typeface="Avenir Next"/>
                <a:ea typeface="Avenir Next"/>
                <a:cs typeface="Avenir Next"/>
              </a:defRPr>
            </a:lvl1pPr>
            <a:lvl2pPr algn="l">
              <a:defRPr sz="4800" b="1">
                <a:solidFill>
                  <a:srgbClr val="FF6429"/>
                </a:solidFill>
                <a:latin typeface="Avenir Next"/>
                <a:ea typeface="Avenir Next"/>
                <a:cs typeface="Avenir Next"/>
              </a:defRPr>
            </a:lvl2pPr>
            <a:lvl3pPr algn="l">
              <a:defRPr sz="4800" b="1">
                <a:solidFill>
                  <a:srgbClr val="FF6429"/>
                </a:solidFill>
                <a:latin typeface="Avenir Next"/>
                <a:ea typeface="Avenir Next"/>
                <a:cs typeface="Avenir Next"/>
              </a:defRPr>
            </a:lvl3pPr>
            <a:lvl4pPr algn="l">
              <a:defRPr sz="4800" b="1">
                <a:solidFill>
                  <a:srgbClr val="FF6429"/>
                </a:solidFill>
                <a:latin typeface="Avenir Next"/>
                <a:ea typeface="Avenir Next"/>
                <a:cs typeface="Avenir Next"/>
              </a:defRPr>
            </a:lvl4pPr>
            <a:lvl5pPr algn="l">
              <a:defRPr sz="4800" b="1">
                <a:solidFill>
                  <a:srgbClr val="FF6429"/>
                </a:solidFill>
                <a:latin typeface="Avenir Next"/>
                <a:ea typeface="Avenir Next"/>
                <a:cs typeface="Avenir Next"/>
              </a:defRPr>
            </a:lvl5pPr>
            <a:lvl6pPr algn="l">
              <a:defRPr sz="4800" b="1">
                <a:solidFill>
                  <a:srgbClr val="FF6429"/>
                </a:solidFill>
                <a:latin typeface="Avenir Next"/>
                <a:ea typeface="Avenir Next"/>
                <a:cs typeface="Avenir Next"/>
              </a:defRPr>
            </a:lvl6pPr>
            <a:lvl7pPr algn="l">
              <a:defRPr sz="4800" b="1">
                <a:solidFill>
                  <a:srgbClr val="FF6429"/>
                </a:solidFill>
                <a:latin typeface="Avenir Next"/>
                <a:ea typeface="Avenir Next"/>
                <a:cs typeface="Avenir Next"/>
              </a:defRPr>
            </a:lvl7pPr>
            <a:lvl8pPr algn="l">
              <a:defRPr sz="4800" b="1">
                <a:solidFill>
                  <a:srgbClr val="FF6429"/>
                </a:solidFill>
                <a:latin typeface="Avenir Next"/>
                <a:ea typeface="Avenir Next"/>
                <a:cs typeface="Avenir Next"/>
              </a:defRPr>
            </a:lvl8pPr>
            <a:lvl9pPr algn="l">
              <a:defRPr sz="4800" b="1">
                <a:solidFill>
                  <a:srgbClr val="FF6429"/>
                </a:solidFill>
                <a:latin typeface="Avenir Next"/>
                <a:ea typeface="Avenir Next"/>
                <a:cs typeface="Avenir Next"/>
              </a:defRPr>
            </a:lvl9pPr>
          </a:lstStyle>
          <a:p xmlns:a="http://schemas.openxmlformats.org/drawingml/2006/main">
            <a:pPr algn="l">
              <a:defRPr sz="4800" b="1">
                <a:solidFill>
                  <a:srgbClr val="FF6429"/>
                </a:solidFill>
                <a:latin typeface="Avenir Next"/>
                <a:ea typeface="Avenir Next"/>
                <a:cs typeface="Avenir Next"/>
              </a:defRPr>
            </a:pPr>
            <a:r>
              <a:rPr sz="4800" b="1">
                <a:solidFill>
                  <a:srgbClr val="FF6429"/>
                </a:solidFill>
                <a:latin typeface="Avenir Next"/>
                <a:ea typeface="Avenir Next"/>
                <a:cs typeface="Avenir Next"/>
              </a:rPr>
              <a:t>1</a:t>
            </a:r>
          </a:p>
        </p:txBody>
      </p:sp>
      <p:sp>
        <p:nvSpPr>
          <p:cNvPr id="4" name="Receive">
            <a:extLst xmlns:a="http://schemas.openxmlformats.org/drawingml/2006/main">
              <a:ext uri="{FF2B5EF4-FFF2-40B4-BE49-F238E27FC236}">
                <a16:creationId xmlns:a16="http://schemas.microsoft.com/office/drawing/2014/main" id="{432F3991-679C-44F7-B89B-C363DD633BBE}"/>
              </a:ext>
            </a:extLst>
          </p:cNvPr>
          <p:cNvSpPr>
            <a:spLocks xmlns:a="http://schemas.openxmlformats.org/drawingml/2006/main" noGrp="1"/>
          </p:cNvSpPr>
          <p:nvPr/>
        </p:nvSpPr>
        <p:spPr>
          <a:xfrm xmlns:a="http://schemas.openxmlformats.org/drawingml/2006/main">
            <a:off x="1600200" y="16478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22A"/>
                </a:solidFill>
                <a:latin typeface="Avenir Next"/>
                <a:ea typeface="Avenir Next"/>
                <a:cs typeface="Avenir Next"/>
              </a:defRPr>
            </a:defPPr>
            <a:lvl1pPr algn="l">
              <a:defRPr sz="3300" b="1">
                <a:solidFill>
                  <a:srgbClr val="17222A"/>
                </a:solidFill>
                <a:latin typeface="Avenir Next"/>
                <a:ea typeface="Avenir Next"/>
                <a:cs typeface="Avenir Next"/>
              </a:defRPr>
            </a:lvl1pPr>
            <a:lvl2pPr algn="l">
              <a:defRPr sz="3300" b="1">
                <a:solidFill>
                  <a:srgbClr val="17222A"/>
                </a:solidFill>
                <a:latin typeface="Avenir Next"/>
                <a:ea typeface="Avenir Next"/>
                <a:cs typeface="Avenir Next"/>
              </a:defRPr>
            </a:lvl2pPr>
            <a:lvl3pPr algn="l">
              <a:defRPr sz="3300" b="1">
                <a:solidFill>
                  <a:srgbClr val="17222A"/>
                </a:solidFill>
                <a:latin typeface="Avenir Next"/>
                <a:ea typeface="Avenir Next"/>
                <a:cs typeface="Avenir Next"/>
              </a:defRPr>
            </a:lvl3pPr>
            <a:lvl4pPr algn="l">
              <a:defRPr sz="3300" b="1">
                <a:solidFill>
                  <a:srgbClr val="17222A"/>
                </a:solidFill>
                <a:latin typeface="Avenir Next"/>
                <a:ea typeface="Avenir Next"/>
                <a:cs typeface="Avenir Next"/>
              </a:defRPr>
            </a:lvl4pPr>
            <a:lvl5pPr algn="l">
              <a:defRPr sz="3300" b="1">
                <a:solidFill>
                  <a:srgbClr val="17222A"/>
                </a:solidFill>
                <a:latin typeface="Avenir Next"/>
                <a:ea typeface="Avenir Next"/>
                <a:cs typeface="Avenir Next"/>
              </a:defRPr>
            </a:lvl5pPr>
            <a:lvl6pPr algn="l">
              <a:defRPr sz="3300" b="1">
                <a:solidFill>
                  <a:srgbClr val="17222A"/>
                </a:solidFill>
                <a:latin typeface="Avenir Next"/>
                <a:ea typeface="Avenir Next"/>
                <a:cs typeface="Avenir Next"/>
              </a:defRPr>
            </a:lvl6pPr>
            <a:lvl7pPr algn="l">
              <a:defRPr sz="3300" b="1">
                <a:solidFill>
                  <a:srgbClr val="17222A"/>
                </a:solidFill>
                <a:latin typeface="Avenir Next"/>
                <a:ea typeface="Avenir Next"/>
                <a:cs typeface="Avenir Next"/>
              </a:defRPr>
            </a:lvl7pPr>
            <a:lvl8pPr algn="l">
              <a:defRPr sz="3300" b="1">
                <a:solidFill>
                  <a:srgbClr val="17222A"/>
                </a:solidFill>
                <a:latin typeface="Avenir Next"/>
                <a:ea typeface="Avenir Next"/>
                <a:cs typeface="Avenir Next"/>
              </a:defRPr>
            </a:lvl8pPr>
            <a:lvl9pPr algn="l">
              <a:defRPr sz="3300" b="1">
                <a:solidFill>
                  <a:srgbClr val="17222A"/>
                </a:solidFill>
                <a:latin typeface="Avenir Next"/>
                <a:ea typeface="Avenir Next"/>
                <a:cs typeface="Avenir Next"/>
              </a:defRPr>
            </a:lvl9pPr>
          </a:lstStyle>
          <a:p xmlns:a="http://schemas.openxmlformats.org/drawingml/2006/main">
            <a:pPr algn="l">
              <a:defRPr sz="3300" b="1">
                <a:solidFill>
                  <a:srgbClr val="17222A"/>
                </a:solidFill>
                <a:latin typeface="Avenir Next"/>
                <a:ea typeface="Avenir Next"/>
                <a:cs typeface="Avenir Next"/>
              </a:defRPr>
            </a:pPr>
            <a:r>
              <a:rPr sz="3300" b="1">
                <a:solidFill>
                  <a:srgbClr val="17222A"/>
                </a:solidFill>
                <a:latin typeface="Avenir Next"/>
                <a:ea typeface="Avenir Next"/>
                <a:cs typeface="Avenir Next"/>
              </a:rPr>
              <a:t>Receive</a:t>
            </a:r>
          </a:p>
        </p:txBody>
      </p:sp>
      <p:sp>
        <p:nvSpPr>
          <p:cNvPr id="5" name="Form or replay">
            <a:extLst xmlns:a="http://schemas.openxmlformats.org/drawingml/2006/main">
              <a:ext uri="{FF2B5EF4-FFF2-40B4-BE49-F238E27FC236}">
                <a16:creationId xmlns:a16="http://schemas.microsoft.com/office/drawing/2014/main" id="{10FB4BE7-C475-49D0-B950-BA8A15B9EE67}"/>
              </a:ext>
            </a:extLst>
          </p:cNvPr>
          <p:cNvSpPr>
            <a:spLocks xmlns:a="http://schemas.openxmlformats.org/drawingml/2006/main" noGrp="1"/>
          </p:cNvSpPr>
          <p:nvPr/>
        </p:nvSpPr>
        <p:spPr>
          <a:xfrm xmlns:a="http://schemas.openxmlformats.org/drawingml/2006/main">
            <a:off x="5219700" y="1704975"/>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7222A"/>
                </a:solidFill>
                <a:latin typeface="Avenir Next"/>
                <a:ea typeface="Avenir Next"/>
                <a:cs typeface="Avenir Next"/>
              </a:defRPr>
            </a:defPPr>
            <a:lvl1pPr algn="l">
              <a:defRPr sz="2175" b="0">
                <a:solidFill>
                  <a:srgbClr val="17222A"/>
                </a:solidFill>
                <a:latin typeface="Avenir Next"/>
                <a:ea typeface="Avenir Next"/>
                <a:cs typeface="Avenir Next"/>
              </a:defRPr>
            </a:lvl1pPr>
            <a:lvl2pPr algn="l">
              <a:defRPr sz="2175" b="0">
                <a:solidFill>
                  <a:srgbClr val="17222A"/>
                </a:solidFill>
                <a:latin typeface="Avenir Next"/>
                <a:ea typeface="Avenir Next"/>
                <a:cs typeface="Avenir Next"/>
              </a:defRPr>
            </a:lvl2pPr>
            <a:lvl3pPr algn="l">
              <a:defRPr sz="2175" b="0">
                <a:solidFill>
                  <a:srgbClr val="17222A"/>
                </a:solidFill>
                <a:latin typeface="Avenir Next"/>
                <a:ea typeface="Avenir Next"/>
                <a:cs typeface="Avenir Next"/>
              </a:defRPr>
            </a:lvl3pPr>
            <a:lvl4pPr algn="l">
              <a:defRPr sz="2175" b="0">
                <a:solidFill>
                  <a:srgbClr val="17222A"/>
                </a:solidFill>
                <a:latin typeface="Avenir Next"/>
                <a:ea typeface="Avenir Next"/>
                <a:cs typeface="Avenir Next"/>
              </a:defRPr>
            </a:lvl4pPr>
            <a:lvl5pPr algn="l">
              <a:defRPr sz="2175" b="0">
                <a:solidFill>
                  <a:srgbClr val="17222A"/>
                </a:solidFill>
                <a:latin typeface="Avenir Next"/>
                <a:ea typeface="Avenir Next"/>
                <a:cs typeface="Avenir Next"/>
              </a:defRPr>
            </a:lvl5pPr>
            <a:lvl6pPr algn="l">
              <a:defRPr sz="2175" b="0">
                <a:solidFill>
                  <a:srgbClr val="17222A"/>
                </a:solidFill>
                <a:latin typeface="Avenir Next"/>
                <a:ea typeface="Avenir Next"/>
                <a:cs typeface="Avenir Next"/>
              </a:defRPr>
            </a:lvl6pPr>
            <a:lvl7pPr algn="l">
              <a:defRPr sz="2175" b="0">
                <a:solidFill>
                  <a:srgbClr val="17222A"/>
                </a:solidFill>
                <a:latin typeface="Avenir Next"/>
                <a:ea typeface="Avenir Next"/>
                <a:cs typeface="Avenir Next"/>
              </a:defRPr>
            </a:lvl7pPr>
            <a:lvl8pPr algn="l">
              <a:defRPr sz="2175" b="0">
                <a:solidFill>
                  <a:srgbClr val="17222A"/>
                </a:solidFill>
                <a:latin typeface="Avenir Next"/>
                <a:ea typeface="Avenir Next"/>
                <a:cs typeface="Avenir Next"/>
              </a:defRPr>
            </a:lvl8pPr>
            <a:lvl9pPr algn="l">
              <a:defRPr sz="2175" b="0">
                <a:solidFill>
                  <a:srgbClr val="17222A"/>
                </a:solidFill>
                <a:latin typeface="Avenir Next"/>
                <a:ea typeface="Avenir Next"/>
                <a:cs typeface="Avenir Next"/>
              </a:defRPr>
            </a:lvl9pPr>
          </a:lstStyle>
          <a:p xmlns:a="http://schemas.openxmlformats.org/drawingml/2006/main">
            <a:pPr algn="l">
              <a:defRPr sz="2175" b="0">
                <a:solidFill>
                  <a:srgbClr val="17222A"/>
                </a:solidFill>
                <a:latin typeface="Avenir Next"/>
                <a:ea typeface="Avenir Next"/>
                <a:cs typeface="Avenir Next"/>
              </a:defRPr>
            </a:pPr>
            <a:r>
              <a:rPr sz="2175" b="0">
                <a:solidFill>
                  <a:srgbClr val="17222A"/>
                </a:solidFill>
                <a:latin typeface="Avenir Next"/>
                <a:ea typeface="Avenir Next"/>
                <a:cs typeface="Avenir Next"/>
              </a:rPr>
              <a:t>Form or replay</a:t>
            </a:r>
          </a:p>
        </p:txBody>
      </p:sp>
      <p:sp>
        <p:nvSpPr>
          <p:cNvPr id="6" name="FastAPI + Pydantic">
            <a:extLst xmlns:a="http://schemas.openxmlformats.org/drawingml/2006/main">
              <a:ext uri="{FF2B5EF4-FFF2-40B4-BE49-F238E27FC236}">
                <a16:creationId xmlns:a16="http://schemas.microsoft.com/office/drawing/2014/main" id="{15540F7F-4DC9-4443-8100-273C42052D95}"/>
              </a:ext>
            </a:extLst>
          </p:cNvPr>
          <p:cNvSpPr>
            <a:spLocks xmlns:a="http://schemas.openxmlformats.org/drawingml/2006/main" noGrp="1"/>
          </p:cNvSpPr>
          <p:nvPr/>
        </p:nvSpPr>
        <p:spPr>
          <a:xfrm xmlns:a="http://schemas.openxmlformats.org/drawingml/2006/main">
            <a:off x="5238750" y="2152650"/>
            <a:ext cx="633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87A86"/>
                </a:solidFill>
                <a:latin typeface="Avenir Next"/>
                <a:ea typeface="Avenir Next"/>
                <a:cs typeface="Avenir Next"/>
              </a:defRPr>
            </a:defPPr>
            <a:lvl1pPr algn="l">
              <a:defRPr sz="1800" b="0">
                <a:solidFill>
                  <a:srgbClr val="687A86"/>
                </a:solidFill>
                <a:latin typeface="Avenir Next"/>
                <a:ea typeface="Avenir Next"/>
                <a:cs typeface="Avenir Next"/>
              </a:defRPr>
            </a:lvl1pPr>
            <a:lvl2pPr algn="l">
              <a:defRPr sz="1800" b="0">
                <a:solidFill>
                  <a:srgbClr val="687A86"/>
                </a:solidFill>
                <a:latin typeface="Avenir Next"/>
                <a:ea typeface="Avenir Next"/>
                <a:cs typeface="Avenir Next"/>
              </a:defRPr>
            </a:lvl2pPr>
            <a:lvl3pPr algn="l">
              <a:defRPr sz="1800" b="0">
                <a:solidFill>
                  <a:srgbClr val="687A86"/>
                </a:solidFill>
                <a:latin typeface="Avenir Next"/>
                <a:ea typeface="Avenir Next"/>
                <a:cs typeface="Avenir Next"/>
              </a:defRPr>
            </a:lvl3pPr>
            <a:lvl4pPr algn="l">
              <a:defRPr sz="1800" b="0">
                <a:solidFill>
                  <a:srgbClr val="687A86"/>
                </a:solidFill>
                <a:latin typeface="Avenir Next"/>
                <a:ea typeface="Avenir Next"/>
                <a:cs typeface="Avenir Next"/>
              </a:defRPr>
            </a:lvl4pPr>
            <a:lvl5pPr algn="l">
              <a:defRPr sz="1800" b="0">
                <a:solidFill>
                  <a:srgbClr val="687A86"/>
                </a:solidFill>
                <a:latin typeface="Avenir Next"/>
                <a:ea typeface="Avenir Next"/>
                <a:cs typeface="Avenir Next"/>
              </a:defRPr>
            </a:lvl5pPr>
            <a:lvl6pPr algn="l">
              <a:defRPr sz="1800" b="0">
                <a:solidFill>
                  <a:srgbClr val="687A86"/>
                </a:solidFill>
                <a:latin typeface="Avenir Next"/>
                <a:ea typeface="Avenir Next"/>
                <a:cs typeface="Avenir Next"/>
              </a:defRPr>
            </a:lvl6pPr>
            <a:lvl7pPr algn="l">
              <a:defRPr sz="1800" b="0">
                <a:solidFill>
                  <a:srgbClr val="687A86"/>
                </a:solidFill>
                <a:latin typeface="Avenir Next"/>
                <a:ea typeface="Avenir Next"/>
                <a:cs typeface="Avenir Next"/>
              </a:defRPr>
            </a:lvl7pPr>
            <a:lvl8pPr algn="l">
              <a:defRPr sz="1800" b="0">
                <a:solidFill>
                  <a:srgbClr val="687A86"/>
                </a:solidFill>
                <a:latin typeface="Avenir Next"/>
                <a:ea typeface="Avenir Next"/>
                <a:cs typeface="Avenir Next"/>
              </a:defRPr>
            </a:lvl8pPr>
            <a:lvl9pPr algn="l">
              <a:defRPr sz="1800" b="0">
                <a:solidFill>
                  <a:srgbClr val="687A86"/>
                </a:solidFill>
                <a:latin typeface="Avenir Next"/>
                <a:ea typeface="Avenir Next"/>
                <a:cs typeface="Avenir Next"/>
              </a:defRPr>
            </a:lvl9pPr>
          </a:lstStyle>
          <a:p xmlns:a="http://schemas.openxmlformats.org/drawingml/2006/main">
            <a:pPr algn="l">
              <a:defRPr sz="1800" b="0">
                <a:solidFill>
                  <a:srgbClr val="687A86"/>
                </a:solidFill>
                <a:latin typeface="Avenir Next"/>
                <a:ea typeface="Avenir Next"/>
                <a:cs typeface="Avenir Next"/>
              </a:defRPr>
            </a:pPr>
            <a:r>
              <a:rPr sz="1800" b="0">
                <a:solidFill>
                  <a:srgbClr val="687A86"/>
                </a:solidFill>
                <a:latin typeface="Avenir Next"/>
                <a:ea typeface="Avenir Next"/>
                <a:cs typeface="Avenir Next"/>
              </a:rPr>
              <a:t>FastAPI + Pydantic</a:t>
            </a:r>
          </a:p>
        </p:txBody>
      </p:sp>
      <p:sp>
        <p:nvSpPr>
          <p:cNvPr id="7" name="2">
            <a:extLst xmlns:a="http://schemas.openxmlformats.org/drawingml/2006/main">
              <a:ext uri="{FF2B5EF4-FFF2-40B4-BE49-F238E27FC236}">
                <a16:creationId xmlns:a16="http://schemas.microsoft.com/office/drawing/2014/main" id="{3AB2529F-5925-4CD8-8C2B-9518CFAD0CCC}"/>
              </a:ext>
            </a:extLst>
          </p:cNvPr>
          <p:cNvSpPr>
            <a:spLocks xmlns:a="http://schemas.openxmlformats.org/drawingml/2006/main" noGrp="1"/>
          </p:cNvSpPr>
          <p:nvPr/>
        </p:nvSpPr>
        <p:spPr>
          <a:xfrm xmlns:a="http://schemas.openxmlformats.org/drawingml/2006/main">
            <a:off x="533400" y="2800350"/>
            <a:ext cx="904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F6429"/>
                </a:solidFill>
                <a:latin typeface="Avenir Next"/>
                <a:ea typeface="Avenir Next"/>
                <a:cs typeface="Avenir Next"/>
              </a:defRPr>
            </a:defPPr>
            <a:lvl1pPr algn="l">
              <a:defRPr sz="4800" b="1">
                <a:solidFill>
                  <a:srgbClr val="FF6429"/>
                </a:solidFill>
                <a:latin typeface="Avenir Next"/>
                <a:ea typeface="Avenir Next"/>
                <a:cs typeface="Avenir Next"/>
              </a:defRPr>
            </a:lvl1pPr>
            <a:lvl2pPr algn="l">
              <a:defRPr sz="4800" b="1">
                <a:solidFill>
                  <a:srgbClr val="FF6429"/>
                </a:solidFill>
                <a:latin typeface="Avenir Next"/>
                <a:ea typeface="Avenir Next"/>
                <a:cs typeface="Avenir Next"/>
              </a:defRPr>
            </a:lvl2pPr>
            <a:lvl3pPr algn="l">
              <a:defRPr sz="4800" b="1">
                <a:solidFill>
                  <a:srgbClr val="FF6429"/>
                </a:solidFill>
                <a:latin typeface="Avenir Next"/>
                <a:ea typeface="Avenir Next"/>
                <a:cs typeface="Avenir Next"/>
              </a:defRPr>
            </a:lvl3pPr>
            <a:lvl4pPr algn="l">
              <a:defRPr sz="4800" b="1">
                <a:solidFill>
                  <a:srgbClr val="FF6429"/>
                </a:solidFill>
                <a:latin typeface="Avenir Next"/>
                <a:ea typeface="Avenir Next"/>
                <a:cs typeface="Avenir Next"/>
              </a:defRPr>
            </a:lvl4pPr>
            <a:lvl5pPr algn="l">
              <a:defRPr sz="4800" b="1">
                <a:solidFill>
                  <a:srgbClr val="FF6429"/>
                </a:solidFill>
                <a:latin typeface="Avenir Next"/>
                <a:ea typeface="Avenir Next"/>
                <a:cs typeface="Avenir Next"/>
              </a:defRPr>
            </a:lvl5pPr>
            <a:lvl6pPr algn="l">
              <a:defRPr sz="4800" b="1">
                <a:solidFill>
                  <a:srgbClr val="FF6429"/>
                </a:solidFill>
                <a:latin typeface="Avenir Next"/>
                <a:ea typeface="Avenir Next"/>
                <a:cs typeface="Avenir Next"/>
              </a:defRPr>
            </a:lvl6pPr>
            <a:lvl7pPr algn="l">
              <a:defRPr sz="4800" b="1">
                <a:solidFill>
                  <a:srgbClr val="FF6429"/>
                </a:solidFill>
                <a:latin typeface="Avenir Next"/>
                <a:ea typeface="Avenir Next"/>
                <a:cs typeface="Avenir Next"/>
              </a:defRPr>
            </a:lvl7pPr>
            <a:lvl8pPr algn="l">
              <a:defRPr sz="4800" b="1">
                <a:solidFill>
                  <a:srgbClr val="FF6429"/>
                </a:solidFill>
                <a:latin typeface="Avenir Next"/>
                <a:ea typeface="Avenir Next"/>
                <a:cs typeface="Avenir Next"/>
              </a:defRPr>
            </a:lvl8pPr>
            <a:lvl9pPr algn="l">
              <a:defRPr sz="4800" b="1">
                <a:solidFill>
                  <a:srgbClr val="FF6429"/>
                </a:solidFill>
                <a:latin typeface="Avenir Next"/>
                <a:ea typeface="Avenir Next"/>
                <a:cs typeface="Avenir Next"/>
              </a:defRPr>
            </a:lvl9pPr>
          </a:lstStyle>
          <a:p xmlns:a="http://schemas.openxmlformats.org/drawingml/2006/main">
            <a:pPr algn="l">
              <a:defRPr sz="4800" b="1">
                <a:solidFill>
                  <a:srgbClr val="FF6429"/>
                </a:solidFill>
                <a:latin typeface="Avenir Next"/>
                <a:ea typeface="Avenir Next"/>
                <a:cs typeface="Avenir Next"/>
              </a:defRPr>
            </a:pPr>
            <a:r>
              <a:rPr sz="4800" b="1">
                <a:solidFill>
                  <a:srgbClr val="FF6429"/>
                </a:solidFill>
                <a:latin typeface="Avenir Next"/>
                <a:ea typeface="Avenir Next"/>
                <a:cs typeface="Avenir Next"/>
              </a:rPr>
              <a:t>2</a:t>
            </a:r>
          </a:p>
        </p:txBody>
      </p:sp>
      <p:sp>
        <p:nvSpPr>
          <p:cNvPr id="8" name="Preserve">
            <a:extLst xmlns:a="http://schemas.openxmlformats.org/drawingml/2006/main">
              <a:ext uri="{FF2B5EF4-FFF2-40B4-BE49-F238E27FC236}">
                <a16:creationId xmlns:a16="http://schemas.microsoft.com/office/drawing/2014/main" id="{DE79D067-35C4-4E5D-9A97-817FA2DF04A7}"/>
              </a:ext>
            </a:extLst>
          </p:cNvPr>
          <p:cNvSpPr>
            <a:spLocks xmlns:a="http://schemas.openxmlformats.org/drawingml/2006/main" noGrp="1"/>
          </p:cNvSpPr>
          <p:nvPr/>
        </p:nvSpPr>
        <p:spPr>
          <a:xfrm xmlns:a="http://schemas.openxmlformats.org/drawingml/2006/main">
            <a:off x="1600200" y="28194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22A"/>
                </a:solidFill>
                <a:latin typeface="Avenir Next"/>
                <a:ea typeface="Avenir Next"/>
                <a:cs typeface="Avenir Next"/>
              </a:defRPr>
            </a:defPPr>
            <a:lvl1pPr algn="l">
              <a:defRPr sz="3300" b="1">
                <a:solidFill>
                  <a:srgbClr val="17222A"/>
                </a:solidFill>
                <a:latin typeface="Avenir Next"/>
                <a:ea typeface="Avenir Next"/>
                <a:cs typeface="Avenir Next"/>
              </a:defRPr>
            </a:lvl1pPr>
            <a:lvl2pPr algn="l">
              <a:defRPr sz="3300" b="1">
                <a:solidFill>
                  <a:srgbClr val="17222A"/>
                </a:solidFill>
                <a:latin typeface="Avenir Next"/>
                <a:ea typeface="Avenir Next"/>
                <a:cs typeface="Avenir Next"/>
              </a:defRPr>
            </a:lvl2pPr>
            <a:lvl3pPr algn="l">
              <a:defRPr sz="3300" b="1">
                <a:solidFill>
                  <a:srgbClr val="17222A"/>
                </a:solidFill>
                <a:latin typeface="Avenir Next"/>
                <a:ea typeface="Avenir Next"/>
                <a:cs typeface="Avenir Next"/>
              </a:defRPr>
            </a:lvl3pPr>
            <a:lvl4pPr algn="l">
              <a:defRPr sz="3300" b="1">
                <a:solidFill>
                  <a:srgbClr val="17222A"/>
                </a:solidFill>
                <a:latin typeface="Avenir Next"/>
                <a:ea typeface="Avenir Next"/>
                <a:cs typeface="Avenir Next"/>
              </a:defRPr>
            </a:lvl4pPr>
            <a:lvl5pPr algn="l">
              <a:defRPr sz="3300" b="1">
                <a:solidFill>
                  <a:srgbClr val="17222A"/>
                </a:solidFill>
                <a:latin typeface="Avenir Next"/>
                <a:ea typeface="Avenir Next"/>
                <a:cs typeface="Avenir Next"/>
              </a:defRPr>
            </a:lvl5pPr>
            <a:lvl6pPr algn="l">
              <a:defRPr sz="3300" b="1">
                <a:solidFill>
                  <a:srgbClr val="17222A"/>
                </a:solidFill>
                <a:latin typeface="Avenir Next"/>
                <a:ea typeface="Avenir Next"/>
                <a:cs typeface="Avenir Next"/>
              </a:defRPr>
            </a:lvl6pPr>
            <a:lvl7pPr algn="l">
              <a:defRPr sz="3300" b="1">
                <a:solidFill>
                  <a:srgbClr val="17222A"/>
                </a:solidFill>
                <a:latin typeface="Avenir Next"/>
                <a:ea typeface="Avenir Next"/>
                <a:cs typeface="Avenir Next"/>
              </a:defRPr>
            </a:lvl7pPr>
            <a:lvl8pPr algn="l">
              <a:defRPr sz="3300" b="1">
                <a:solidFill>
                  <a:srgbClr val="17222A"/>
                </a:solidFill>
                <a:latin typeface="Avenir Next"/>
                <a:ea typeface="Avenir Next"/>
                <a:cs typeface="Avenir Next"/>
              </a:defRPr>
            </a:lvl8pPr>
            <a:lvl9pPr algn="l">
              <a:defRPr sz="3300" b="1">
                <a:solidFill>
                  <a:srgbClr val="17222A"/>
                </a:solidFill>
                <a:latin typeface="Avenir Next"/>
                <a:ea typeface="Avenir Next"/>
                <a:cs typeface="Avenir Next"/>
              </a:defRPr>
            </a:lvl9pPr>
          </a:lstStyle>
          <a:p xmlns:a="http://schemas.openxmlformats.org/drawingml/2006/main">
            <a:pPr algn="l">
              <a:defRPr sz="3300" b="1">
                <a:solidFill>
                  <a:srgbClr val="17222A"/>
                </a:solidFill>
                <a:latin typeface="Avenir Next"/>
                <a:ea typeface="Avenir Next"/>
                <a:cs typeface="Avenir Next"/>
              </a:defRPr>
            </a:pPr>
            <a:r>
              <a:rPr sz="3300" b="1">
                <a:solidFill>
                  <a:srgbClr val="17222A"/>
                </a:solidFill>
                <a:latin typeface="Avenir Next"/>
                <a:ea typeface="Avenir Next"/>
                <a:cs typeface="Avenir Next"/>
              </a:rPr>
              <a:t>Preserve</a:t>
            </a:r>
          </a:p>
        </p:txBody>
      </p:sp>
      <p:sp>
        <p:nvSpPr>
          <p:cNvPr id="9" name="Original text and receipt">
            <a:extLst xmlns:a="http://schemas.openxmlformats.org/drawingml/2006/main">
              <a:ext uri="{FF2B5EF4-FFF2-40B4-BE49-F238E27FC236}">
                <a16:creationId xmlns:a16="http://schemas.microsoft.com/office/drawing/2014/main" id="{413ABF9A-3CC2-4F79-B3D4-712ECF07759E}"/>
              </a:ext>
            </a:extLst>
          </p:cNvPr>
          <p:cNvSpPr>
            <a:spLocks xmlns:a="http://schemas.openxmlformats.org/drawingml/2006/main" noGrp="1"/>
          </p:cNvSpPr>
          <p:nvPr/>
        </p:nvSpPr>
        <p:spPr>
          <a:xfrm xmlns:a="http://schemas.openxmlformats.org/drawingml/2006/main">
            <a:off x="5219700" y="2876550"/>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7222A"/>
                </a:solidFill>
                <a:latin typeface="Avenir Next"/>
                <a:ea typeface="Avenir Next"/>
                <a:cs typeface="Avenir Next"/>
              </a:defRPr>
            </a:defPPr>
            <a:lvl1pPr algn="l">
              <a:defRPr sz="2175" b="0">
                <a:solidFill>
                  <a:srgbClr val="17222A"/>
                </a:solidFill>
                <a:latin typeface="Avenir Next"/>
                <a:ea typeface="Avenir Next"/>
                <a:cs typeface="Avenir Next"/>
              </a:defRPr>
            </a:lvl1pPr>
            <a:lvl2pPr algn="l">
              <a:defRPr sz="2175" b="0">
                <a:solidFill>
                  <a:srgbClr val="17222A"/>
                </a:solidFill>
                <a:latin typeface="Avenir Next"/>
                <a:ea typeface="Avenir Next"/>
                <a:cs typeface="Avenir Next"/>
              </a:defRPr>
            </a:lvl2pPr>
            <a:lvl3pPr algn="l">
              <a:defRPr sz="2175" b="0">
                <a:solidFill>
                  <a:srgbClr val="17222A"/>
                </a:solidFill>
                <a:latin typeface="Avenir Next"/>
                <a:ea typeface="Avenir Next"/>
                <a:cs typeface="Avenir Next"/>
              </a:defRPr>
            </a:lvl3pPr>
            <a:lvl4pPr algn="l">
              <a:defRPr sz="2175" b="0">
                <a:solidFill>
                  <a:srgbClr val="17222A"/>
                </a:solidFill>
                <a:latin typeface="Avenir Next"/>
                <a:ea typeface="Avenir Next"/>
                <a:cs typeface="Avenir Next"/>
              </a:defRPr>
            </a:lvl4pPr>
            <a:lvl5pPr algn="l">
              <a:defRPr sz="2175" b="0">
                <a:solidFill>
                  <a:srgbClr val="17222A"/>
                </a:solidFill>
                <a:latin typeface="Avenir Next"/>
                <a:ea typeface="Avenir Next"/>
                <a:cs typeface="Avenir Next"/>
              </a:defRPr>
            </a:lvl5pPr>
            <a:lvl6pPr algn="l">
              <a:defRPr sz="2175" b="0">
                <a:solidFill>
                  <a:srgbClr val="17222A"/>
                </a:solidFill>
                <a:latin typeface="Avenir Next"/>
                <a:ea typeface="Avenir Next"/>
                <a:cs typeface="Avenir Next"/>
              </a:defRPr>
            </a:lvl6pPr>
            <a:lvl7pPr algn="l">
              <a:defRPr sz="2175" b="0">
                <a:solidFill>
                  <a:srgbClr val="17222A"/>
                </a:solidFill>
                <a:latin typeface="Avenir Next"/>
                <a:ea typeface="Avenir Next"/>
                <a:cs typeface="Avenir Next"/>
              </a:defRPr>
            </a:lvl7pPr>
            <a:lvl8pPr algn="l">
              <a:defRPr sz="2175" b="0">
                <a:solidFill>
                  <a:srgbClr val="17222A"/>
                </a:solidFill>
                <a:latin typeface="Avenir Next"/>
                <a:ea typeface="Avenir Next"/>
                <a:cs typeface="Avenir Next"/>
              </a:defRPr>
            </a:lvl8pPr>
            <a:lvl9pPr algn="l">
              <a:defRPr sz="2175" b="0">
                <a:solidFill>
                  <a:srgbClr val="17222A"/>
                </a:solidFill>
                <a:latin typeface="Avenir Next"/>
                <a:ea typeface="Avenir Next"/>
                <a:cs typeface="Avenir Next"/>
              </a:defRPr>
            </a:lvl9pPr>
          </a:lstStyle>
          <a:p xmlns:a="http://schemas.openxmlformats.org/drawingml/2006/main">
            <a:pPr algn="l">
              <a:defRPr sz="2175" b="0">
                <a:solidFill>
                  <a:srgbClr val="17222A"/>
                </a:solidFill>
                <a:latin typeface="Avenir Next"/>
                <a:ea typeface="Avenir Next"/>
                <a:cs typeface="Avenir Next"/>
              </a:defRPr>
            </a:pPr>
            <a:r>
              <a:rPr sz="2175" b="0">
                <a:solidFill>
                  <a:srgbClr val="17222A"/>
                </a:solidFill>
                <a:latin typeface="Avenir Next"/>
                <a:ea typeface="Avenir Next"/>
                <a:cs typeface="Avenir Next"/>
              </a:rPr>
              <a:t>Original text and receipt</a:t>
            </a:r>
          </a:p>
        </p:txBody>
      </p:sp>
      <p:sp>
        <p:nvSpPr>
          <p:cNvPr id="10" name="SQLite transaction">
            <a:extLst xmlns:a="http://schemas.openxmlformats.org/drawingml/2006/main">
              <a:ext uri="{FF2B5EF4-FFF2-40B4-BE49-F238E27FC236}">
                <a16:creationId xmlns:a16="http://schemas.microsoft.com/office/drawing/2014/main" id="{C1EDE415-5C51-4116-9D88-42E3340006AF}"/>
              </a:ext>
            </a:extLst>
          </p:cNvPr>
          <p:cNvSpPr>
            <a:spLocks xmlns:a="http://schemas.openxmlformats.org/drawingml/2006/main" noGrp="1"/>
          </p:cNvSpPr>
          <p:nvPr/>
        </p:nvSpPr>
        <p:spPr>
          <a:xfrm xmlns:a="http://schemas.openxmlformats.org/drawingml/2006/main">
            <a:off x="5238750" y="3324225"/>
            <a:ext cx="633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87A86"/>
                </a:solidFill>
                <a:latin typeface="Avenir Next"/>
                <a:ea typeface="Avenir Next"/>
                <a:cs typeface="Avenir Next"/>
              </a:defRPr>
            </a:defPPr>
            <a:lvl1pPr algn="l">
              <a:defRPr sz="1800" b="0">
                <a:solidFill>
                  <a:srgbClr val="687A86"/>
                </a:solidFill>
                <a:latin typeface="Avenir Next"/>
                <a:ea typeface="Avenir Next"/>
                <a:cs typeface="Avenir Next"/>
              </a:defRPr>
            </a:lvl1pPr>
            <a:lvl2pPr algn="l">
              <a:defRPr sz="1800" b="0">
                <a:solidFill>
                  <a:srgbClr val="687A86"/>
                </a:solidFill>
                <a:latin typeface="Avenir Next"/>
                <a:ea typeface="Avenir Next"/>
                <a:cs typeface="Avenir Next"/>
              </a:defRPr>
            </a:lvl2pPr>
            <a:lvl3pPr algn="l">
              <a:defRPr sz="1800" b="0">
                <a:solidFill>
                  <a:srgbClr val="687A86"/>
                </a:solidFill>
                <a:latin typeface="Avenir Next"/>
                <a:ea typeface="Avenir Next"/>
                <a:cs typeface="Avenir Next"/>
              </a:defRPr>
            </a:lvl3pPr>
            <a:lvl4pPr algn="l">
              <a:defRPr sz="1800" b="0">
                <a:solidFill>
                  <a:srgbClr val="687A86"/>
                </a:solidFill>
                <a:latin typeface="Avenir Next"/>
                <a:ea typeface="Avenir Next"/>
                <a:cs typeface="Avenir Next"/>
              </a:defRPr>
            </a:lvl4pPr>
            <a:lvl5pPr algn="l">
              <a:defRPr sz="1800" b="0">
                <a:solidFill>
                  <a:srgbClr val="687A86"/>
                </a:solidFill>
                <a:latin typeface="Avenir Next"/>
                <a:ea typeface="Avenir Next"/>
                <a:cs typeface="Avenir Next"/>
              </a:defRPr>
            </a:lvl5pPr>
            <a:lvl6pPr algn="l">
              <a:defRPr sz="1800" b="0">
                <a:solidFill>
                  <a:srgbClr val="687A86"/>
                </a:solidFill>
                <a:latin typeface="Avenir Next"/>
                <a:ea typeface="Avenir Next"/>
                <a:cs typeface="Avenir Next"/>
              </a:defRPr>
            </a:lvl6pPr>
            <a:lvl7pPr algn="l">
              <a:defRPr sz="1800" b="0">
                <a:solidFill>
                  <a:srgbClr val="687A86"/>
                </a:solidFill>
                <a:latin typeface="Avenir Next"/>
                <a:ea typeface="Avenir Next"/>
                <a:cs typeface="Avenir Next"/>
              </a:defRPr>
            </a:lvl7pPr>
            <a:lvl8pPr algn="l">
              <a:defRPr sz="1800" b="0">
                <a:solidFill>
                  <a:srgbClr val="687A86"/>
                </a:solidFill>
                <a:latin typeface="Avenir Next"/>
                <a:ea typeface="Avenir Next"/>
                <a:cs typeface="Avenir Next"/>
              </a:defRPr>
            </a:lvl8pPr>
            <a:lvl9pPr algn="l">
              <a:defRPr sz="1800" b="0">
                <a:solidFill>
                  <a:srgbClr val="687A86"/>
                </a:solidFill>
                <a:latin typeface="Avenir Next"/>
                <a:ea typeface="Avenir Next"/>
                <a:cs typeface="Avenir Next"/>
              </a:defRPr>
            </a:lvl9pPr>
          </a:lstStyle>
          <a:p xmlns:a="http://schemas.openxmlformats.org/drawingml/2006/main">
            <a:pPr algn="l">
              <a:defRPr sz="1800" b="0">
                <a:solidFill>
                  <a:srgbClr val="687A86"/>
                </a:solidFill>
                <a:latin typeface="Avenir Next"/>
                <a:ea typeface="Avenir Next"/>
                <a:cs typeface="Avenir Next"/>
              </a:defRPr>
            </a:pPr>
            <a:r>
              <a:rPr sz="1800" b="0">
                <a:solidFill>
                  <a:srgbClr val="687A86"/>
                </a:solidFill>
                <a:latin typeface="Avenir Next"/>
                <a:ea typeface="Avenir Next"/>
                <a:cs typeface="Avenir Next"/>
              </a:rPr>
              <a:t>SQLite transaction</a:t>
            </a:r>
          </a:p>
        </p:txBody>
      </p:sp>
      <p:sp>
        <p:nvSpPr>
          <p:cNvPr id="11" name="3">
            <a:extLst xmlns:a="http://schemas.openxmlformats.org/drawingml/2006/main">
              <a:ext uri="{FF2B5EF4-FFF2-40B4-BE49-F238E27FC236}">
                <a16:creationId xmlns:a16="http://schemas.microsoft.com/office/drawing/2014/main" id="{0FC605C9-6E15-4014-ABE1-5D7794256404}"/>
              </a:ext>
            </a:extLst>
          </p:cNvPr>
          <p:cNvSpPr>
            <a:spLocks xmlns:a="http://schemas.openxmlformats.org/drawingml/2006/main" noGrp="1"/>
          </p:cNvSpPr>
          <p:nvPr/>
        </p:nvSpPr>
        <p:spPr>
          <a:xfrm xmlns:a="http://schemas.openxmlformats.org/drawingml/2006/main">
            <a:off x="533400" y="3971925"/>
            <a:ext cx="904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F6429"/>
                </a:solidFill>
                <a:latin typeface="Avenir Next"/>
                <a:ea typeface="Avenir Next"/>
                <a:cs typeface="Avenir Next"/>
              </a:defRPr>
            </a:defPPr>
            <a:lvl1pPr algn="l">
              <a:defRPr sz="4800" b="1">
                <a:solidFill>
                  <a:srgbClr val="FF6429"/>
                </a:solidFill>
                <a:latin typeface="Avenir Next"/>
                <a:ea typeface="Avenir Next"/>
                <a:cs typeface="Avenir Next"/>
              </a:defRPr>
            </a:lvl1pPr>
            <a:lvl2pPr algn="l">
              <a:defRPr sz="4800" b="1">
                <a:solidFill>
                  <a:srgbClr val="FF6429"/>
                </a:solidFill>
                <a:latin typeface="Avenir Next"/>
                <a:ea typeface="Avenir Next"/>
                <a:cs typeface="Avenir Next"/>
              </a:defRPr>
            </a:lvl2pPr>
            <a:lvl3pPr algn="l">
              <a:defRPr sz="4800" b="1">
                <a:solidFill>
                  <a:srgbClr val="FF6429"/>
                </a:solidFill>
                <a:latin typeface="Avenir Next"/>
                <a:ea typeface="Avenir Next"/>
                <a:cs typeface="Avenir Next"/>
              </a:defRPr>
            </a:lvl3pPr>
            <a:lvl4pPr algn="l">
              <a:defRPr sz="4800" b="1">
                <a:solidFill>
                  <a:srgbClr val="FF6429"/>
                </a:solidFill>
                <a:latin typeface="Avenir Next"/>
                <a:ea typeface="Avenir Next"/>
                <a:cs typeface="Avenir Next"/>
              </a:defRPr>
            </a:lvl4pPr>
            <a:lvl5pPr algn="l">
              <a:defRPr sz="4800" b="1">
                <a:solidFill>
                  <a:srgbClr val="FF6429"/>
                </a:solidFill>
                <a:latin typeface="Avenir Next"/>
                <a:ea typeface="Avenir Next"/>
                <a:cs typeface="Avenir Next"/>
              </a:defRPr>
            </a:lvl5pPr>
            <a:lvl6pPr algn="l">
              <a:defRPr sz="4800" b="1">
                <a:solidFill>
                  <a:srgbClr val="FF6429"/>
                </a:solidFill>
                <a:latin typeface="Avenir Next"/>
                <a:ea typeface="Avenir Next"/>
                <a:cs typeface="Avenir Next"/>
              </a:defRPr>
            </a:lvl6pPr>
            <a:lvl7pPr algn="l">
              <a:defRPr sz="4800" b="1">
                <a:solidFill>
                  <a:srgbClr val="FF6429"/>
                </a:solidFill>
                <a:latin typeface="Avenir Next"/>
                <a:ea typeface="Avenir Next"/>
                <a:cs typeface="Avenir Next"/>
              </a:defRPr>
            </a:lvl7pPr>
            <a:lvl8pPr algn="l">
              <a:defRPr sz="4800" b="1">
                <a:solidFill>
                  <a:srgbClr val="FF6429"/>
                </a:solidFill>
                <a:latin typeface="Avenir Next"/>
                <a:ea typeface="Avenir Next"/>
                <a:cs typeface="Avenir Next"/>
              </a:defRPr>
            </a:lvl8pPr>
            <a:lvl9pPr algn="l">
              <a:defRPr sz="4800" b="1">
                <a:solidFill>
                  <a:srgbClr val="FF6429"/>
                </a:solidFill>
                <a:latin typeface="Avenir Next"/>
                <a:ea typeface="Avenir Next"/>
                <a:cs typeface="Avenir Next"/>
              </a:defRPr>
            </a:lvl9pPr>
          </a:lstStyle>
          <a:p xmlns:a="http://schemas.openxmlformats.org/drawingml/2006/main">
            <a:pPr algn="l">
              <a:defRPr sz="4800" b="1">
                <a:solidFill>
                  <a:srgbClr val="FF6429"/>
                </a:solidFill>
                <a:latin typeface="Avenir Next"/>
                <a:ea typeface="Avenir Next"/>
                <a:cs typeface="Avenir Next"/>
              </a:defRPr>
            </a:pPr>
            <a:r>
              <a:rPr sz="4800" b="1">
                <a:solidFill>
                  <a:srgbClr val="FF6429"/>
                </a:solidFill>
                <a:latin typeface="Avenir Next"/>
                <a:ea typeface="Avenir Next"/>
                <a:cs typeface="Avenir Next"/>
              </a:rPr>
              <a:t>3</a:t>
            </a:r>
          </a:p>
        </p:txBody>
      </p:sp>
      <p:sp>
        <p:nvSpPr>
          <p:cNvPr id="12" name="Analyse">
            <a:extLst xmlns:a="http://schemas.openxmlformats.org/drawingml/2006/main">
              <a:ext uri="{FF2B5EF4-FFF2-40B4-BE49-F238E27FC236}">
                <a16:creationId xmlns:a16="http://schemas.microsoft.com/office/drawing/2014/main" id="{CA1C9C1B-ED05-404B-8E90-4913750671AA}"/>
              </a:ext>
            </a:extLst>
          </p:cNvPr>
          <p:cNvSpPr>
            <a:spLocks xmlns:a="http://schemas.openxmlformats.org/drawingml/2006/main" noGrp="1"/>
          </p:cNvSpPr>
          <p:nvPr/>
        </p:nvSpPr>
        <p:spPr>
          <a:xfrm xmlns:a="http://schemas.openxmlformats.org/drawingml/2006/main">
            <a:off x="1600200" y="399097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22A"/>
                </a:solidFill>
                <a:latin typeface="Avenir Next"/>
                <a:ea typeface="Avenir Next"/>
                <a:cs typeface="Avenir Next"/>
              </a:defRPr>
            </a:defPPr>
            <a:lvl1pPr algn="l">
              <a:defRPr sz="3300" b="1">
                <a:solidFill>
                  <a:srgbClr val="17222A"/>
                </a:solidFill>
                <a:latin typeface="Avenir Next"/>
                <a:ea typeface="Avenir Next"/>
                <a:cs typeface="Avenir Next"/>
              </a:defRPr>
            </a:lvl1pPr>
            <a:lvl2pPr algn="l">
              <a:defRPr sz="3300" b="1">
                <a:solidFill>
                  <a:srgbClr val="17222A"/>
                </a:solidFill>
                <a:latin typeface="Avenir Next"/>
                <a:ea typeface="Avenir Next"/>
                <a:cs typeface="Avenir Next"/>
              </a:defRPr>
            </a:lvl2pPr>
            <a:lvl3pPr algn="l">
              <a:defRPr sz="3300" b="1">
                <a:solidFill>
                  <a:srgbClr val="17222A"/>
                </a:solidFill>
                <a:latin typeface="Avenir Next"/>
                <a:ea typeface="Avenir Next"/>
                <a:cs typeface="Avenir Next"/>
              </a:defRPr>
            </a:lvl3pPr>
            <a:lvl4pPr algn="l">
              <a:defRPr sz="3300" b="1">
                <a:solidFill>
                  <a:srgbClr val="17222A"/>
                </a:solidFill>
                <a:latin typeface="Avenir Next"/>
                <a:ea typeface="Avenir Next"/>
                <a:cs typeface="Avenir Next"/>
              </a:defRPr>
            </a:lvl4pPr>
            <a:lvl5pPr algn="l">
              <a:defRPr sz="3300" b="1">
                <a:solidFill>
                  <a:srgbClr val="17222A"/>
                </a:solidFill>
                <a:latin typeface="Avenir Next"/>
                <a:ea typeface="Avenir Next"/>
                <a:cs typeface="Avenir Next"/>
              </a:defRPr>
            </a:lvl5pPr>
            <a:lvl6pPr algn="l">
              <a:defRPr sz="3300" b="1">
                <a:solidFill>
                  <a:srgbClr val="17222A"/>
                </a:solidFill>
                <a:latin typeface="Avenir Next"/>
                <a:ea typeface="Avenir Next"/>
                <a:cs typeface="Avenir Next"/>
              </a:defRPr>
            </a:lvl6pPr>
            <a:lvl7pPr algn="l">
              <a:defRPr sz="3300" b="1">
                <a:solidFill>
                  <a:srgbClr val="17222A"/>
                </a:solidFill>
                <a:latin typeface="Avenir Next"/>
                <a:ea typeface="Avenir Next"/>
                <a:cs typeface="Avenir Next"/>
              </a:defRPr>
            </a:lvl7pPr>
            <a:lvl8pPr algn="l">
              <a:defRPr sz="3300" b="1">
                <a:solidFill>
                  <a:srgbClr val="17222A"/>
                </a:solidFill>
                <a:latin typeface="Avenir Next"/>
                <a:ea typeface="Avenir Next"/>
                <a:cs typeface="Avenir Next"/>
              </a:defRPr>
            </a:lvl8pPr>
            <a:lvl9pPr algn="l">
              <a:defRPr sz="3300" b="1">
                <a:solidFill>
                  <a:srgbClr val="17222A"/>
                </a:solidFill>
                <a:latin typeface="Avenir Next"/>
                <a:ea typeface="Avenir Next"/>
                <a:cs typeface="Avenir Next"/>
              </a:defRPr>
            </a:lvl9pPr>
          </a:lstStyle>
          <a:p xmlns:a="http://schemas.openxmlformats.org/drawingml/2006/main">
            <a:pPr algn="l">
              <a:defRPr sz="3300" b="1">
                <a:solidFill>
                  <a:srgbClr val="17222A"/>
                </a:solidFill>
                <a:latin typeface="Avenir Next"/>
                <a:ea typeface="Avenir Next"/>
                <a:cs typeface="Avenir Next"/>
              </a:defRPr>
            </a:pPr>
            <a:r>
              <a:rPr sz="3300" b="1">
                <a:solidFill>
                  <a:srgbClr val="17222A"/>
                </a:solidFill>
                <a:latin typeface="Avenir Next"/>
                <a:ea typeface="Avenir Next"/>
                <a:cs typeface="Avenir Next"/>
              </a:rPr>
              <a:t>Analyse</a:t>
            </a:r>
          </a:p>
        </p:txBody>
      </p:sp>
      <p:sp>
        <p:nvSpPr>
          <p:cNvPr id="13" name="Matching evidence and priority">
            <a:extLst xmlns:a="http://schemas.openxmlformats.org/drawingml/2006/main">
              <a:ext uri="{FF2B5EF4-FFF2-40B4-BE49-F238E27FC236}">
                <a16:creationId xmlns:a16="http://schemas.microsoft.com/office/drawing/2014/main" id="{A9C0DAB9-FD9E-404F-86E5-3F90A2CA43F6}"/>
              </a:ext>
            </a:extLst>
          </p:cNvPr>
          <p:cNvSpPr>
            <a:spLocks xmlns:a="http://schemas.openxmlformats.org/drawingml/2006/main" noGrp="1"/>
          </p:cNvSpPr>
          <p:nvPr/>
        </p:nvSpPr>
        <p:spPr>
          <a:xfrm xmlns:a="http://schemas.openxmlformats.org/drawingml/2006/main">
            <a:off x="5219700" y="4048125"/>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7222A"/>
                </a:solidFill>
                <a:latin typeface="Avenir Next"/>
                <a:ea typeface="Avenir Next"/>
                <a:cs typeface="Avenir Next"/>
              </a:defRPr>
            </a:defPPr>
            <a:lvl1pPr algn="l">
              <a:defRPr sz="2175" b="0">
                <a:solidFill>
                  <a:srgbClr val="17222A"/>
                </a:solidFill>
                <a:latin typeface="Avenir Next"/>
                <a:ea typeface="Avenir Next"/>
                <a:cs typeface="Avenir Next"/>
              </a:defRPr>
            </a:lvl1pPr>
            <a:lvl2pPr algn="l">
              <a:defRPr sz="2175" b="0">
                <a:solidFill>
                  <a:srgbClr val="17222A"/>
                </a:solidFill>
                <a:latin typeface="Avenir Next"/>
                <a:ea typeface="Avenir Next"/>
                <a:cs typeface="Avenir Next"/>
              </a:defRPr>
            </a:lvl2pPr>
            <a:lvl3pPr algn="l">
              <a:defRPr sz="2175" b="0">
                <a:solidFill>
                  <a:srgbClr val="17222A"/>
                </a:solidFill>
                <a:latin typeface="Avenir Next"/>
                <a:ea typeface="Avenir Next"/>
                <a:cs typeface="Avenir Next"/>
              </a:defRPr>
            </a:lvl3pPr>
            <a:lvl4pPr algn="l">
              <a:defRPr sz="2175" b="0">
                <a:solidFill>
                  <a:srgbClr val="17222A"/>
                </a:solidFill>
                <a:latin typeface="Avenir Next"/>
                <a:ea typeface="Avenir Next"/>
                <a:cs typeface="Avenir Next"/>
              </a:defRPr>
            </a:lvl4pPr>
            <a:lvl5pPr algn="l">
              <a:defRPr sz="2175" b="0">
                <a:solidFill>
                  <a:srgbClr val="17222A"/>
                </a:solidFill>
                <a:latin typeface="Avenir Next"/>
                <a:ea typeface="Avenir Next"/>
                <a:cs typeface="Avenir Next"/>
              </a:defRPr>
            </a:lvl5pPr>
            <a:lvl6pPr algn="l">
              <a:defRPr sz="2175" b="0">
                <a:solidFill>
                  <a:srgbClr val="17222A"/>
                </a:solidFill>
                <a:latin typeface="Avenir Next"/>
                <a:ea typeface="Avenir Next"/>
                <a:cs typeface="Avenir Next"/>
              </a:defRPr>
            </a:lvl6pPr>
            <a:lvl7pPr algn="l">
              <a:defRPr sz="2175" b="0">
                <a:solidFill>
                  <a:srgbClr val="17222A"/>
                </a:solidFill>
                <a:latin typeface="Avenir Next"/>
                <a:ea typeface="Avenir Next"/>
                <a:cs typeface="Avenir Next"/>
              </a:defRPr>
            </a:lvl7pPr>
            <a:lvl8pPr algn="l">
              <a:defRPr sz="2175" b="0">
                <a:solidFill>
                  <a:srgbClr val="17222A"/>
                </a:solidFill>
                <a:latin typeface="Avenir Next"/>
                <a:ea typeface="Avenir Next"/>
                <a:cs typeface="Avenir Next"/>
              </a:defRPr>
            </a:lvl8pPr>
            <a:lvl9pPr algn="l">
              <a:defRPr sz="2175" b="0">
                <a:solidFill>
                  <a:srgbClr val="17222A"/>
                </a:solidFill>
                <a:latin typeface="Avenir Next"/>
                <a:ea typeface="Avenir Next"/>
                <a:cs typeface="Avenir Next"/>
              </a:defRPr>
            </a:lvl9pPr>
          </a:lstStyle>
          <a:p xmlns:a="http://schemas.openxmlformats.org/drawingml/2006/main">
            <a:pPr algn="l">
              <a:defRPr sz="2175" b="0">
                <a:solidFill>
                  <a:srgbClr val="17222A"/>
                </a:solidFill>
                <a:latin typeface="Avenir Next"/>
                <a:ea typeface="Avenir Next"/>
                <a:cs typeface="Avenir Next"/>
              </a:defRPr>
            </a:pPr>
            <a:r>
              <a:rPr sz="2175" b="0">
                <a:solidFill>
                  <a:srgbClr val="17222A"/>
                </a:solidFill>
                <a:latin typeface="Avenir Next"/>
                <a:ea typeface="Avenir Next"/>
                <a:cs typeface="Avenir Next"/>
              </a:rPr>
              <a:t>Matching evidence and priority</a:t>
            </a:r>
          </a:p>
        </p:txBody>
      </p:sp>
      <p:sp>
        <p:nvSpPr>
          <p:cNvPr id="14" name="Python engine">
            <a:extLst xmlns:a="http://schemas.openxmlformats.org/drawingml/2006/main">
              <a:ext uri="{FF2B5EF4-FFF2-40B4-BE49-F238E27FC236}">
                <a16:creationId xmlns:a16="http://schemas.microsoft.com/office/drawing/2014/main" id="{A7420537-61A5-47CB-8557-83C982225C83}"/>
              </a:ext>
            </a:extLst>
          </p:cNvPr>
          <p:cNvSpPr>
            <a:spLocks xmlns:a="http://schemas.openxmlformats.org/drawingml/2006/main" noGrp="1"/>
          </p:cNvSpPr>
          <p:nvPr/>
        </p:nvSpPr>
        <p:spPr>
          <a:xfrm xmlns:a="http://schemas.openxmlformats.org/drawingml/2006/main">
            <a:off x="5238750" y="4495800"/>
            <a:ext cx="633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87A86"/>
                </a:solidFill>
                <a:latin typeface="Avenir Next"/>
                <a:ea typeface="Avenir Next"/>
                <a:cs typeface="Avenir Next"/>
              </a:defRPr>
            </a:defPPr>
            <a:lvl1pPr algn="l">
              <a:defRPr sz="1800" b="0">
                <a:solidFill>
                  <a:srgbClr val="687A86"/>
                </a:solidFill>
                <a:latin typeface="Avenir Next"/>
                <a:ea typeface="Avenir Next"/>
                <a:cs typeface="Avenir Next"/>
              </a:defRPr>
            </a:lvl1pPr>
            <a:lvl2pPr algn="l">
              <a:defRPr sz="1800" b="0">
                <a:solidFill>
                  <a:srgbClr val="687A86"/>
                </a:solidFill>
                <a:latin typeface="Avenir Next"/>
                <a:ea typeface="Avenir Next"/>
                <a:cs typeface="Avenir Next"/>
              </a:defRPr>
            </a:lvl2pPr>
            <a:lvl3pPr algn="l">
              <a:defRPr sz="1800" b="0">
                <a:solidFill>
                  <a:srgbClr val="687A86"/>
                </a:solidFill>
                <a:latin typeface="Avenir Next"/>
                <a:ea typeface="Avenir Next"/>
                <a:cs typeface="Avenir Next"/>
              </a:defRPr>
            </a:lvl3pPr>
            <a:lvl4pPr algn="l">
              <a:defRPr sz="1800" b="0">
                <a:solidFill>
                  <a:srgbClr val="687A86"/>
                </a:solidFill>
                <a:latin typeface="Avenir Next"/>
                <a:ea typeface="Avenir Next"/>
                <a:cs typeface="Avenir Next"/>
              </a:defRPr>
            </a:lvl4pPr>
            <a:lvl5pPr algn="l">
              <a:defRPr sz="1800" b="0">
                <a:solidFill>
                  <a:srgbClr val="687A86"/>
                </a:solidFill>
                <a:latin typeface="Avenir Next"/>
                <a:ea typeface="Avenir Next"/>
                <a:cs typeface="Avenir Next"/>
              </a:defRPr>
            </a:lvl5pPr>
            <a:lvl6pPr algn="l">
              <a:defRPr sz="1800" b="0">
                <a:solidFill>
                  <a:srgbClr val="687A86"/>
                </a:solidFill>
                <a:latin typeface="Avenir Next"/>
                <a:ea typeface="Avenir Next"/>
                <a:cs typeface="Avenir Next"/>
              </a:defRPr>
            </a:lvl6pPr>
            <a:lvl7pPr algn="l">
              <a:defRPr sz="1800" b="0">
                <a:solidFill>
                  <a:srgbClr val="687A86"/>
                </a:solidFill>
                <a:latin typeface="Avenir Next"/>
                <a:ea typeface="Avenir Next"/>
                <a:cs typeface="Avenir Next"/>
              </a:defRPr>
            </a:lvl7pPr>
            <a:lvl8pPr algn="l">
              <a:defRPr sz="1800" b="0">
                <a:solidFill>
                  <a:srgbClr val="687A86"/>
                </a:solidFill>
                <a:latin typeface="Avenir Next"/>
                <a:ea typeface="Avenir Next"/>
                <a:cs typeface="Avenir Next"/>
              </a:defRPr>
            </a:lvl8pPr>
            <a:lvl9pPr algn="l">
              <a:defRPr sz="1800" b="0">
                <a:solidFill>
                  <a:srgbClr val="687A86"/>
                </a:solidFill>
                <a:latin typeface="Avenir Next"/>
                <a:ea typeface="Avenir Next"/>
                <a:cs typeface="Avenir Next"/>
              </a:defRPr>
            </a:lvl9pPr>
          </a:lstStyle>
          <a:p xmlns:a="http://schemas.openxmlformats.org/drawingml/2006/main">
            <a:pPr algn="l">
              <a:defRPr sz="1800" b="0">
                <a:solidFill>
                  <a:srgbClr val="687A86"/>
                </a:solidFill>
                <a:latin typeface="Avenir Next"/>
                <a:ea typeface="Avenir Next"/>
                <a:cs typeface="Avenir Next"/>
              </a:defRPr>
            </a:pPr>
            <a:r>
              <a:rPr sz="1800" b="0">
                <a:solidFill>
                  <a:srgbClr val="687A86"/>
                </a:solidFill>
                <a:latin typeface="Avenir Next"/>
                <a:ea typeface="Avenir Next"/>
                <a:cs typeface="Avenir Next"/>
              </a:rPr>
              <a:t>Python engine</a:t>
            </a:r>
          </a:p>
        </p:txBody>
      </p:sp>
      <p:sp>
        <p:nvSpPr>
          <p:cNvPr id="15" name="4">
            <a:extLst xmlns:a="http://schemas.openxmlformats.org/drawingml/2006/main">
              <a:ext uri="{FF2B5EF4-FFF2-40B4-BE49-F238E27FC236}">
                <a16:creationId xmlns:a16="http://schemas.microsoft.com/office/drawing/2014/main" id="{434491C1-2F7F-464D-82C9-A906EAC76DE5}"/>
              </a:ext>
            </a:extLst>
          </p:cNvPr>
          <p:cNvSpPr>
            <a:spLocks xmlns:a="http://schemas.openxmlformats.org/drawingml/2006/main" noGrp="1"/>
          </p:cNvSpPr>
          <p:nvPr/>
        </p:nvSpPr>
        <p:spPr>
          <a:xfrm xmlns:a="http://schemas.openxmlformats.org/drawingml/2006/main">
            <a:off x="533400" y="5143500"/>
            <a:ext cx="904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F6429"/>
                </a:solidFill>
                <a:latin typeface="Avenir Next"/>
                <a:ea typeface="Avenir Next"/>
                <a:cs typeface="Avenir Next"/>
              </a:defRPr>
            </a:defPPr>
            <a:lvl1pPr algn="l">
              <a:defRPr sz="4800" b="1">
                <a:solidFill>
                  <a:srgbClr val="FF6429"/>
                </a:solidFill>
                <a:latin typeface="Avenir Next"/>
                <a:ea typeface="Avenir Next"/>
                <a:cs typeface="Avenir Next"/>
              </a:defRPr>
            </a:lvl1pPr>
            <a:lvl2pPr algn="l">
              <a:defRPr sz="4800" b="1">
                <a:solidFill>
                  <a:srgbClr val="FF6429"/>
                </a:solidFill>
                <a:latin typeface="Avenir Next"/>
                <a:ea typeface="Avenir Next"/>
                <a:cs typeface="Avenir Next"/>
              </a:defRPr>
            </a:lvl2pPr>
            <a:lvl3pPr algn="l">
              <a:defRPr sz="4800" b="1">
                <a:solidFill>
                  <a:srgbClr val="FF6429"/>
                </a:solidFill>
                <a:latin typeface="Avenir Next"/>
                <a:ea typeface="Avenir Next"/>
                <a:cs typeface="Avenir Next"/>
              </a:defRPr>
            </a:lvl3pPr>
            <a:lvl4pPr algn="l">
              <a:defRPr sz="4800" b="1">
                <a:solidFill>
                  <a:srgbClr val="FF6429"/>
                </a:solidFill>
                <a:latin typeface="Avenir Next"/>
                <a:ea typeface="Avenir Next"/>
                <a:cs typeface="Avenir Next"/>
              </a:defRPr>
            </a:lvl4pPr>
            <a:lvl5pPr algn="l">
              <a:defRPr sz="4800" b="1">
                <a:solidFill>
                  <a:srgbClr val="FF6429"/>
                </a:solidFill>
                <a:latin typeface="Avenir Next"/>
                <a:ea typeface="Avenir Next"/>
                <a:cs typeface="Avenir Next"/>
              </a:defRPr>
            </a:lvl5pPr>
            <a:lvl6pPr algn="l">
              <a:defRPr sz="4800" b="1">
                <a:solidFill>
                  <a:srgbClr val="FF6429"/>
                </a:solidFill>
                <a:latin typeface="Avenir Next"/>
                <a:ea typeface="Avenir Next"/>
                <a:cs typeface="Avenir Next"/>
              </a:defRPr>
            </a:lvl6pPr>
            <a:lvl7pPr algn="l">
              <a:defRPr sz="4800" b="1">
                <a:solidFill>
                  <a:srgbClr val="FF6429"/>
                </a:solidFill>
                <a:latin typeface="Avenir Next"/>
                <a:ea typeface="Avenir Next"/>
                <a:cs typeface="Avenir Next"/>
              </a:defRPr>
            </a:lvl7pPr>
            <a:lvl8pPr algn="l">
              <a:defRPr sz="4800" b="1">
                <a:solidFill>
                  <a:srgbClr val="FF6429"/>
                </a:solidFill>
                <a:latin typeface="Avenir Next"/>
                <a:ea typeface="Avenir Next"/>
                <a:cs typeface="Avenir Next"/>
              </a:defRPr>
            </a:lvl8pPr>
            <a:lvl9pPr algn="l">
              <a:defRPr sz="4800" b="1">
                <a:solidFill>
                  <a:srgbClr val="FF6429"/>
                </a:solidFill>
                <a:latin typeface="Avenir Next"/>
                <a:ea typeface="Avenir Next"/>
                <a:cs typeface="Avenir Next"/>
              </a:defRPr>
            </a:lvl9pPr>
          </a:lstStyle>
          <a:p xmlns:a="http://schemas.openxmlformats.org/drawingml/2006/main">
            <a:pPr algn="l">
              <a:defRPr sz="4800" b="1">
                <a:solidFill>
                  <a:srgbClr val="FF6429"/>
                </a:solidFill>
                <a:latin typeface="Avenir Next"/>
                <a:ea typeface="Avenir Next"/>
                <a:cs typeface="Avenir Next"/>
              </a:defRPr>
            </a:pPr>
            <a:r>
              <a:rPr sz="4800" b="1">
                <a:solidFill>
                  <a:srgbClr val="FF6429"/>
                </a:solidFill>
                <a:latin typeface="Avenir Next"/>
                <a:ea typeface="Avenir Next"/>
                <a:cs typeface="Avenir Next"/>
              </a:rPr>
              <a:t>4</a:t>
            </a:r>
          </a:p>
        </p:txBody>
      </p:sp>
      <p:sp>
        <p:nvSpPr>
          <p:cNvPr id="16" name="Review">
            <a:extLst xmlns:a="http://schemas.openxmlformats.org/drawingml/2006/main">
              <a:ext uri="{FF2B5EF4-FFF2-40B4-BE49-F238E27FC236}">
                <a16:creationId xmlns:a16="http://schemas.microsoft.com/office/drawing/2014/main" id="{6DE73FF4-983C-48A1-B469-5D8ED032BCAF}"/>
              </a:ext>
            </a:extLst>
          </p:cNvPr>
          <p:cNvSpPr>
            <a:spLocks xmlns:a="http://schemas.openxmlformats.org/drawingml/2006/main" noGrp="1"/>
          </p:cNvSpPr>
          <p:nvPr/>
        </p:nvSpPr>
        <p:spPr>
          <a:xfrm xmlns:a="http://schemas.openxmlformats.org/drawingml/2006/main">
            <a:off x="1600200" y="516255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22A"/>
                </a:solidFill>
                <a:latin typeface="Avenir Next"/>
                <a:ea typeface="Avenir Next"/>
                <a:cs typeface="Avenir Next"/>
              </a:defRPr>
            </a:defPPr>
            <a:lvl1pPr algn="l">
              <a:defRPr sz="3300" b="1">
                <a:solidFill>
                  <a:srgbClr val="17222A"/>
                </a:solidFill>
                <a:latin typeface="Avenir Next"/>
                <a:ea typeface="Avenir Next"/>
                <a:cs typeface="Avenir Next"/>
              </a:defRPr>
            </a:lvl1pPr>
            <a:lvl2pPr algn="l">
              <a:defRPr sz="3300" b="1">
                <a:solidFill>
                  <a:srgbClr val="17222A"/>
                </a:solidFill>
                <a:latin typeface="Avenir Next"/>
                <a:ea typeface="Avenir Next"/>
                <a:cs typeface="Avenir Next"/>
              </a:defRPr>
            </a:lvl2pPr>
            <a:lvl3pPr algn="l">
              <a:defRPr sz="3300" b="1">
                <a:solidFill>
                  <a:srgbClr val="17222A"/>
                </a:solidFill>
                <a:latin typeface="Avenir Next"/>
                <a:ea typeface="Avenir Next"/>
                <a:cs typeface="Avenir Next"/>
              </a:defRPr>
            </a:lvl3pPr>
            <a:lvl4pPr algn="l">
              <a:defRPr sz="3300" b="1">
                <a:solidFill>
                  <a:srgbClr val="17222A"/>
                </a:solidFill>
                <a:latin typeface="Avenir Next"/>
                <a:ea typeface="Avenir Next"/>
                <a:cs typeface="Avenir Next"/>
              </a:defRPr>
            </a:lvl4pPr>
            <a:lvl5pPr algn="l">
              <a:defRPr sz="3300" b="1">
                <a:solidFill>
                  <a:srgbClr val="17222A"/>
                </a:solidFill>
                <a:latin typeface="Avenir Next"/>
                <a:ea typeface="Avenir Next"/>
                <a:cs typeface="Avenir Next"/>
              </a:defRPr>
            </a:lvl5pPr>
            <a:lvl6pPr algn="l">
              <a:defRPr sz="3300" b="1">
                <a:solidFill>
                  <a:srgbClr val="17222A"/>
                </a:solidFill>
                <a:latin typeface="Avenir Next"/>
                <a:ea typeface="Avenir Next"/>
                <a:cs typeface="Avenir Next"/>
              </a:defRPr>
            </a:lvl6pPr>
            <a:lvl7pPr algn="l">
              <a:defRPr sz="3300" b="1">
                <a:solidFill>
                  <a:srgbClr val="17222A"/>
                </a:solidFill>
                <a:latin typeface="Avenir Next"/>
                <a:ea typeface="Avenir Next"/>
                <a:cs typeface="Avenir Next"/>
              </a:defRPr>
            </a:lvl7pPr>
            <a:lvl8pPr algn="l">
              <a:defRPr sz="3300" b="1">
                <a:solidFill>
                  <a:srgbClr val="17222A"/>
                </a:solidFill>
                <a:latin typeface="Avenir Next"/>
                <a:ea typeface="Avenir Next"/>
                <a:cs typeface="Avenir Next"/>
              </a:defRPr>
            </a:lvl8pPr>
            <a:lvl9pPr algn="l">
              <a:defRPr sz="3300" b="1">
                <a:solidFill>
                  <a:srgbClr val="17222A"/>
                </a:solidFill>
                <a:latin typeface="Avenir Next"/>
                <a:ea typeface="Avenir Next"/>
                <a:cs typeface="Avenir Next"/>
              </a:defRPr>
            </a:lvl9pPr>
          </a:lstStyle>
          <a:p xmlns:a="http://schemas.openxmlformats.org/drawingml/2006/main">
            <a:pPr algn="l">
              <a:defRPr sz="3300" b="1">
                <a:solidFill>
                  <a:srgbClr val="17222A"/>
                </a:solidFill>
                <a:latin typeface="Avenir Next"/>
                <a:ea typeface="Avenir Next"/>
                <a:cs typeface="Avenir Next"/>
              </a:defRPr>
            </a:pPr>
            <a:r>
              <a:rPr sz="3300" b="1">
                <a:solidFill>
                  <a:srgbClr val="17222A"/>
                </a:solidFill>
                <a:latin typeface="Avenir Next"/>
                <a:ea typeface="Avenir Next"/>
                <a:cs typeface="Avenir Next"/>
              </a:rPr>
              <a:t>Review</a:t>
            </a:r>
          </a:p>
        </p:txBody>
      </p:sp>
      <p:sp>
        <p:nvSpPr>
          <p:cNvPr id="17" name="Confirm or correct with a reason">
            <a:extLst xmlns:a="http://schemas.openxmlformats.org/drawingml/2006/main">
              <a:ext uri="{FF2B5EF4-FFF2-40B4-BE49-F238E27FC236}">
                <a16:creationId xmlns:a16="http://schemas.microsoft.com/office/drawing/2014/main" id="{2A8709CC-A8E8-4A0A-B4FE-A48CE48CE370}"/>
              </a:ext>
            </a:extLst>
          </p:cNvPr>
          <p:cNvSpPr>
            <a:spLocks xmlns:a="http://schemas.openxmlformats.org/drawingml/2006/main" noGrp="1"/>
          </p:cNvSpPr>
          <p:nvPr/>
        </p:nvSpPr>
        <p:spPr>
          <a:xfrm xmlns:a="http://schemas.openxmlformats.org/drawingml/2006/main">
            <a:off x="5219700" y="5219700"/>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7222A"/>
                </a:solidFill>
                <a:latin typeface="Avenir Next"/>
                <a:ea typeface="Avenir Next"/>
                <a:cs typeface="Avenir Next"/>
              </a:defRPr>
            </a:defPPr>
            <a:lvl1pPr algn="l">
              <a:defRPr sz="2175" b="0">
                <a:solidFill>
                  <a:srgbClr val="17222A"/>
                </a:solidFill>
                <a:latin typeface="Avenir Next"/>
                <a:ea typeface="Avenir Next"/>
                <a:cs typeface="Avenir Next"/>
              </a:defRPr>
            </a:lvl1pPr>
            <a:lvl2pPr algn="l">
              <a:defRPr sz="2175" b="0">
                <a:solidFill>
                  <a:srgbClr val="17222A"/>
                </a:solidFill>
                <a:latin typeface="Avenir Next"/>
                <a:ea typeface="Avenir Next"/>
                <a:cs typeface="Avenir Next"/>
              </a:defRPr>
            </a:lvl2pPr>
            <a:lvl3pPr algn="l">
              <a:defRPr sz="2175" b="0">
                <a:solidFill>
                  <a:srgbClr val="17222A"/>
                </a:solidFill>
                <a:latin typeface="Avenir Next"/>
                <a:ea typeface="Avenir Next"/>
                <a:cs typeface="Avenir Next"/>
              </a:defRPr>
            </a:lvl3pPr>
            <a:lvl4pPr algn="l">
              <a:defRPr sz="2175" b="0">
                <a:solidFill>
                  <a:srgbClr val="17222A"/>
                </a:solidFill>
                <a:latin typeface="Avenir Next"/>
                <a:ea typeface="Avenir Next"/>
                <a:cs typeface="Avenir Next"/>
              </a:defRPr>
            </a:lvl4pPr>
            <a:lvl5pPr algn="l">
              <a:defRPr sz="2175" b="0">
                <a:solidFill>
                  <a:srgbClr val="17222A"/>
                </a:solidFill>
                <a:latin typeface="Avenir Next"/>
                <a:ea typeface="Avenir Next"/>
                <a:cs typeface="Avenir Next"/>
              </a:defRPr>
            </a:lvl5pPr>
            <a:lvl6pPr algn="l">
              <a:defRPr sz="2175" b="0">
                <a:solidFill>
                  <a:srgbClr val="17222A"/>
                </a:solidFill>
                <a:latin typeface="Avenir Next"/>
                <a:ea typeface="Avenir Next"/>
                <a:cs typeface="Avenir Next"/>
              </a:defRPr>
            </a:lvl6pPr>
            <a:lvl7pPr algn="l">
              <a:defRPr sz="2175" b="0">
                <a:solidFill>
                  <a:srgbClr val="17222A"/>
                </a:solidFill>
                <a:latin typeface="Avenir Next"/>
                <a:ea typeface="Avenir Next"/>
                <a:cs typeface="Avenir Next"/>
              </a:defRPr>
            </a:lvl7pPr>
            <a:lvl8pPr algn="l">
              <a:defRPr sz="2175" b="0">
                <a:solidFill>
                  <a:srgbClr val="17222A"/>
                </a:solidFill>
                <a:latin typeface="Avenir Next"/>
                <a:ea typeface="Avenir Next"/>
                <a:cs typeface="Avenir Next"/>
              </a:defRPr>
            </a:lvl8pPr>
            <a:lvl9pPr algn="l">
              <a:defRPr sz="2175" b="0">
                <a:solidFill>
                  <a:srgbClr val="17222A"/>
                </a:solidFill>
                <a:latin typeface="Avenir Next"/>
                <a:ea typeface="Avenir Next"/>
                <a:cs typeface="Avenir Next"/>
              </a:defRPr>
            </a:lvl9pPr>
          </a:lstStyle>
          <a:p xmlns:a="http://schemas.openxmlformats.org/drawingml/2006/main">
            <a:pPr algn="l">
              <a:defRPr sz="2175" b="0">
                <a:solidFill>
                  <a:srgbClr val="17222A"/>
                </a:solidFill>
                <a:latin typeface="Avenir Next"/>
                <a:ea typeface="Avenir Next"/>
                <a:cs typeface="Avenir Next"/>
              </a:defRPr>
            </a:pPr>
            <a:r>
              <a:rPr sz="2175" b="0">
                <a:solidFill>
                  <a:srgbClr val="17222A"/>
                </a:solidFill>
                <a:latin typeface="Avenir Next"/>
                <a:ea typeface="Avenir Next"/>
                <a:cs typeface="Avenir Next"/>
              </a:rPr>
              <a:t>Confirm or correct with a reason</a:t>
            </a:r>
          </a:p>
        </p:txBody>
      </p:sp>
      <p:sp>
        <p:nvSpPr>
          <p:cNvPr id="18" name="React + TypeScript">
            <a:extLst xmlns:a="http://schemas.openxmlformats.org/drawingml/2006/main">
              <a:ext uri="{FF2B5EF4-FFF2-40B4-BE49-F238E27FC236}">
                <a16:creationId xmlns:a16="http://schemas.microsoft.com/office/drawing/2014/main" id="{49087FA5-26BD-4CF8-8B5F-38240690C455}"/>
              </a:ext>
            </a:extLst>
          </p:cNvPr>
          <p:cNvSpPr>
            <a:spLocks xmlns:a="http://schemas.openxmlformats.org/drawingml/2006/main" noGrp="1"/>
          </p:cNvSpPr>
          <p:nvPr/>
        </p:nvSpPr>
        <p:spPr>
          <a:xfrm xmlns:a="http://schemas.openxmlformats.org/drawingml/2006/main">
            <a:off x="5238750" y="5667375"/>
            <a:ext cx="633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87A86"/>
                </a:solidFill>
                <a:latin typeface="Avenir Next"/>
                <a:ea typeface="Avenir Next"/>
                <a:cs typeface="Avenir Next"/>
              </a:defRPr>
            </a:defPPr>
            <a:lvl1pPr algn="l">
              <a:defRPr sz="1800" b="0">
                <a:solidFill>
                  <a:srgbClr val="687A86"/>
                </a:solidFill>
                <a:latin typeface="Avenir Next"/>
                <a:ea typeface="Avenir Next"/>
                <a:cs typeface="Avenir Next"/>
              </a:defRPr>
            </a:lvl1pPr>
            <a:lvl2pPr algn="l">
              <a:defRPr sz="1800" b="0">
                <a:solidFill>
                  <a:srgbClr val="687A86"/>
                </a:solidFill>
                <a:latin typeface="Avenir Next"/>
                <a:ea typeface="Avenir Next"/>
                <a:cs typeface="Avenir Next"/>
              </a:defRPr>
            </a:lvl2pPr>
            <a:lvl3pPr algn="l">
              <a:defRPr sz="1800" b="0">
                <a:solidFill>
                  <a:srgbClr val="687A86"/>
                </a:solidFill>
                <a:latin typeface="Avenir Next"/>
                <a:ea typeface="Avenir Next"/>
                <a:cs typeface="Avenir Next"/>
              </a:defRPr>
            </a:lvl3pPr>
            <a:lvl4pPr algn="l">
              <a:defRPr sz="1800" b="0">
                <a:solidFill>
                  <a:srgbClr val="687A86"/>
                </a:solidFill>
                <a:latin typeface="Avenir Next"/>
                <a:ea typeface="Avenir Next"/>
                <a:cs typeface="Avenir Next"/>
              </a:defRPr>
            </a:lvl4pPr>
            <a:lvl5pPr algn="l">
              <a:defRPr sz="1800" b="0">
                <a:solidFill>
                  <a:srgbClr val="687A86"/>
                </a:solidFill>
                <a:latin typeface="Avenir Next"/>
                <a:ea typeface="Avenir Next"/>
                <a:cs typeface="Avenir Next"/>
              </a:defRPr>
            </a:lvl5pPr>
            <a:lvl6pPr algn="l">
              <a:defRPr sz="1800" b="0">
                <a:solidFill>
                  <a:srgbClr val="687A86"/>
                </a:solidFill>
                <a:latin typeface="Avenir Next"/>
                <a:ea typeface="Avenir Next"/>
                <a:cs typeface="Avenir Next"/>
              </a:defRPr>
            </a:lvl6pPr>
            <a:lvl7pPr algn="l">
              <a:defRPr sz="1800" b="0">
                <a:solidFill>
                  <a:srgbClr val="687A86"/>
                </a:solidFill>
                <a:latin typeface="Avenir Next"/>
                <a:ea typeface="Avenir Next"/>
                <a:cs typeface="Avenir Next"/>
              </a:defRPr>
            </a:lvl7pPr>
            <a:lvl8pPr algn="l">
              <a:defRPr sz="1800" b="0">
                <a:solidFill>
                  <a:srgbClr val="687A86"/>
                </a:solidFill>
                <a:latin typeface="Avenir Next"/>
                <a:ea typeface="Avenir Next"/>
                <a:cs typeface="Avenir Next"/>
              </a:defRPr>
            </a:lvl8pPr>
            <a:lvl9pPr algn="l">
              <a:defRPr sz="1800" b="0">
                <a:solidFill>
                  <a:srgbClr val="687A86"/>
                </a:solidFill>
                <a:latin typeface="Avenir Next"/>
                <a:ea typeface="Avenir Next"/>
                <a:cs typeface="Avenir Next"/>
              </a:defRPr>
            </a:lvl9pPr>
          </a:lstStyle>
          <a:p xmlns:a="http://schemas.openxmlformats.org/drawingml/2006/main">
            <a:pPr algn="l">
              <a:defRPr sz="1800" b="0">
                <a:solidFill>
                  <a:srgbClr val="687A86"/>
                </a:solidFill>
                <a:latin typeface="Avenir Next"/>
                <a:ea typeface="Avenir Next"/>
                <a:cs typeface="Avenir Next"/>
              </a:defRPr>
            </a:pPr>
            <a:r>
              <a:rPr sz="1800" b="0">
                <a:solidFill>
                  <a:srgbClr val="687A86"/>
                </a:solidFill>
                <a:latin typeface="Avenir Next"/>
                <a:ea typeface="Avenir Next"/>
                <a:cs typeface="Avenir Next"/>
              </a:rPr>
              <a:t>React + TypeScript</a:t>
            </a:r>
          </a:p>
        </p:txBody>
      </p:sp>
    </p:spTree>
    <p:extLst>
      <p:ext uri="{BB962C8B-B14F-4D97-AF65-F5344CB8AC3E}">
        <p14:creationId xmlns:p14="http://schemas.microsoft.com/office/powerpoint/2010/main" val="1150974687"/>
      </p:ext>
    </p:extLst>
  </p:cSld>
</p:sld>
</file>

<file path=ppt/slides/slide5.xml><?xml version="1.0" encoding="utf-8"?>
<p:sld xmlns:p="http://schemas.openxmlformats.org/presentationml/2006/main">
  <p:cSld>
    <p:bg>
      <p:bgPr>
        <a:solidFill xmlns:a="http://schemas.openxmlformats.org/drawingml/2006/main">
          <a:srgbClr val="17222A"/>
        </a:solidFill>
      </p:bgPr>
    </p:bg>
    <p:spTree>
      <p:nvGrpSpPr>
        <p:cNvPr id="1" name=""/>
        <p:cNvGrpSpPr/>
        <p:nvPr/>
      </p:nvGrpSpPr>
      <p:grpSpPr>
        <a:xfrm xmlns:a="http://schemas.openxmlformats.org/drawingml/2006/main"/>
      </p:grpSpPr>
      <p:sp>
        <p:nvSpPr>
          <p:cNvPr id="2" name="Matching">
            <a:extLst xmlns:a="http://schemas.openxmlformats.org/drawingml/2006/main">
              <a:ext uri="{FF2B5EF4-FFF2-40B4-BE49-F238E27FC236}">
                <a16:creationId xmlns:a16="http://schemas.microsoft.com/office/drawing/2014/main" id="{0DE67ABF-30D1-42E2-B25E-B60368458D65}"/>
              </a:ext>
            </a:extLst>
          </p:cNvPr>
          <p:cNvSpPr>
            <a:spLocks xmlns:a="http://schemas.openxmlformats.org/drawingml/2006/main" noGrp="1"/>
          </p:cNvSpPr>
          <p:nvPr/>
        </p:nvSpPr>
        <p:spPr>
          <a:xfrm xmlns:a="http://schemas.openxmlformats.org/drawingml/2006/main">
            <a:off x="533400" y="285750"/>
            <a:ext cx="1114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200" b="1">
                <a:solidFill>
                  <a:srgbClr val="FFFFFF"/>
                </a:solidFill>
                <a:latin typeface="Avenir Next"/>
                <a:ea typeface="Avenir Next"/>
                <a:cs typeface="Avenir Next"/>
              </a:defRPr>
            </a:defPPr>
            <a:lvl1pPr algn="l">
              <a:defRPr sz="7200" b="1">
                <a:solidFill>
                  <a:srgbClr val="FFFFFF"/>
                </a:solidFill>
                <a:latin typeface="Avenir Next"/>
                <a:ea typeface="Avenir Next"/>
                <a:cs typeface="Avenir Next"/>
              </a:defRPr>
            </a:lvl1pPr>
            <a:lvl2pPr algn="l">
              <a:defRPr sz="7200" b="1">
                <a:solidFill>
                  <a:srgbClr val="FFFFFF"/>
                </a:solidFill>
                <a:latin typeface="Avenir Next"/>
                <a:ea typeface="Avenir Next"/>
                <a:cs typeface="Avenir Next"/>
              </a:defRPr>
            </a:lvl2pPr>
            <a:lvl3pPr algn="l">
              <a:defRPr sz="7200" b="1">
                <a:solidFill>
                  <a:srgbClr val="FFFFFF"/>
                </a:solidFill>
                <a:latin typeface="Avenir Next"/>
                <a:ea typeface="Avenir Next"/>
                <a:cs typeface="Avenir Next"/>
              </a:defRPr>
            </a:lvl3pPr>
            <a:lvl4pPr algn="l">
              <a:defRPr sz="7200" b="1">
                <a:solidFill>
                  <a:srgbClr val="FFFFFF"/>
                </a:solidFill>
                <a:latin typeface="Avenir Next"/>
                <a:ea typeface="Avenir Next"/>
                <a:cs typeface="Avenir Next"/>
              </a:defRPr>
            </a:lvl4pPr>
            <a:lvl5pPr algn="l">
              <a:defRPr sz="7200" b="1">
                <a:solidFill>
                  <a:srgbClr val="FFFFFF"/>
                </a:solidFill>
                <a:latin typeface="Avenir Next"/>
                <a:ea typeface="Avenir Next"/>
                <a:cs typeface="Avenir Next"/>
              </a:defRPr>
            </a:lvl5pPr>
            <a:lvl6pPr algn="l">
              <a:defRPr sz="7200" b="1">
                <a:solidFill>
                  <a:srgbClr val="FFFFFF"/>
                </a:solidFill>
                <a:latin typeface="Avenir Next"/>
                <a:ea typeface="Avenir Next"/>
                <a:cs typeface="Avenir Next"/>
              </a:defRPr>
            </a:lvl6pPr>
            <a:lvl7pPr algn="l">
              <a:defRPr sz="7200" b="1">
                <a:solidFill>
                  <a:srgbClr val="FFFFFF"/>
                </a:solidFill>
                <a:latin typeface="Avenir Next"/>
                <a:ea typeface="Avenir Next"/>
                <a:cs typeface="Avenir Next"/>
              </a:defRPr>
            </a:lvl7pPr>
            <a:lvl8pPr algn="l">
              <a:defRPr sz="7200" b="1">
                <a:solidFill>
                  <a:srgbClr val="FFFFFF"/>
                </a:solidFill>
                <a:latin typeface="Avenir Next"/>
                <a:ea typeface="Avenir Next"/>
                <a:cs typeface="Avenir Next"/>
              </a:defRPr>
            </a:lvl8pPr>
            <a:lvl9pPr algn="l">
              <a:defRPr sz="7200" b="1">
                <a:solidFill>
                  <a:srgbClr val="FFFFFF"/>
                </a:solidFill>
                <a:latin typeface="Avenir Next"/>
                <a:ea typeface="Avenir Next"/>
                <a:cs typeface="Avenir Next"/>
              </a:defRPr>
            </a:lvl9pPr>
          </a:lstStyle>
          <a:p xmlns:a="http://schemas.openxmlformats.org/drawingml/2006/main">
            <a:pPr algn="l">
              <a:defRPr sz="7200" b="1">
                <a:solidFill>
                  <a:srgbClr val="FFFFFF"/>
                </a:solidFill>
                <a:latin typeface="Avenir Next"/>
                <a:ea typeface="Avenir Next"/>
                <a:cs typeface="Avenir Next"/>
              </a:defRPr>
            </a:pPr>
            <a:r>
              <a:rPr sz="7200" b="1">
                <a:solidFill>
                  <a:srgbClr val="FFFFFF"/>
                </a:solidFill>
                <a:latin typeface="Avenir Next"/>
                <a:ea typeface="Avenir Next"/>
                <a:cs typeface="Avenir Next"/>
              </a:rPr>
              <a:t>Matching</a:t>
            </a:r>
          </a:p>
        </p:txBody>
      </p:sp>
      <p:sp>
        <p:nvSpPr>
          <p:cNvPr id="3" name="Text and event context contribute to the ranking score">
            <a:extLst xmlns:a="http://schemas.openxmlformats.org/drawingml/2006/main">
              <a:ext uri="{FF2B5EF4-FFF2-40B4-BE49-F238E27FC236}">
                <a16:creationId xmlns:a16="http://schemas.microsoft.com/office/drawing/2014/main" id="{1EFA9FBE-D710-4B36-ADB7-53C0DFAAE954}"/>
              </a:ext>
            </a:extLst>
          </p:cNvPr>
          <p:cNvSpPr>
            <a:spLocks xmlns:a="http://schemas.openxmlformats.org/drawingml/2006/main" noGrp="1"/>
          </p:cNvSpPr>
          <p:nvPr/>
        </p:nvSpPr>
        <p:spPr>
          <a:xfrm xmlns:a="http://schemas.openxmlformats.org/drawingml/2006/main">
            <a:off x="590550" y="1543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FFFFFF"/>
                </a:solidFill>
                <a:latin typeface="Avenir Next"/>
                <a:ea typeface="Avenir Next"/>
                <a:cs typeface="Avenir Next"/>
              </a:defRPr>
            </a:defPPr>
            <a:lvl1pPr algn="l">
              <a:defRPr sz="2325" b="0">
                <a:solidFill>
                  <a:srgbClr val="FFFFFF"/>
                </a:solidFill>
                <a:latin typeface="Avenir Next"/>
                <a:ea typeface="Avenir Next"/>
                <a:cs typeface="Avenir Next"/>
              </a:defRPr>
            </a:lvl1pPr>
            <a:lvl2pPr algn="l">
              <a:defRPr sz="2325" b="0">
                <a:solidFill>
                  <a:srgbClr val="FFFFFF"/>
                </a:solidFill>
                <a:latin typeface="Avenir Next"/>
                <a:ea typeface="Avenir Next"/>
                <a:cs typeface="Avenir Next"/>
              </a:defRPr>
            </a:lvl2pPr>
            <a:lvl3pPr algn="l">
              <a:defRPr sz="2325" b="0">
                <a:solidFill>
                  <a:srgbClr val="FFFFFF"/>
                </a:solidFill>
                <a:latin typeface="Avenir Next"/>
                <a:ea typeface="Avenir Next"/>
                <a:cs typeface="Avenir Next"/>
              </a:defRPr>
            </a:lvl3pPr>
            <a:lvl4pPr algn="l">
              <a:defRPr sz="2325" b="0">
                <a:solidFill>
                  <a:srgbClr val="FFFFFF"/>
                </a:solidFill>
                <a:latin typeface="Avenir Next"/>
                <a:ea typeface="Avenir Next"/>
                <a:cs typeface="Avenir Next"/>
              </a:defRPr>
            </a:lvl4pPr>
            <a:lvl5pPr algn="l">
              <a:defRPr sz="2325" b="0">
                <a:solidFill>
                  <a:srgbClr val="FFFFFF"/>
                </a:solidFill>
                <a:latin typeface="Avenir Next"/>
                <a:ea typeface="Avenir Next"/>
                <a:cs typeface="Avenir Next"/>
              </a:defRPr>
            </a:lvl5pPr>
            <a:lvl6pPr algn="l">
              <a:defRPr sz="2325" b="0">
                <a:solidFill>
                  <a:srgbClr val="FFFFFF"/>
                </a:solidFill>
                <a:latin typeface="Avenir Next"/>
                <a:ea typeface="Avenir Next"/>
                <a:cs typeface="Avenir Next"/>
              </a:defRPr>
            </a:lvl6pPr>
            <a:lvl7pPr algn="l">
              <a:defRPr sz="2325" b="0">
                <a:solidFill>
                  <a:srgbClr val="FFFFFF"/>
                </a:solidFill>
                <a:latin typeface="Avenir Next"/>
                <a:ea typeface="Avenir Next"/>
                <a:cs typeface="Avenir Next"/>
              </a:defRPr>
            </a:lvl7pPr>
            <a:lvl8pPr algn="l">
              <a:defRPr sz="2325" b="0">
                <a:solidFill>
                  <a:srgbClr val="FFFFFF"/>
                </a:solidFill>
                <a:latin typeface="Avenir Next"/>
                <a:ea typeface="Avenir Next"/>
                <a:cs typeface="Avenir Next"/>
              </a:defRPr>
            </a:lvl8pPr>
            <a:lvl9pPr algn="l">
              <a:defRPr sz="2325" b="0">
                <a:solidFill>
                  <a:srgbClr val="FFFFFF"/>
                </a:solidFill>
                <a:latin typeface="Avenir Next"/>
                <a:ea typeface="Avenir Next"/>
                <a:cs typeface="Avenir Next"/>
              </a:defRPr>
            </a:lvl9pPr>
          </a:lstStyle>
          <a:p xmlns:a="http://schemas.openxmlformats.org/drawingml/2006/main">
            <a:pPr algn="l">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Text and event context contribute to the ranking score</a:t>
            </a:r>
          </a:p>
        </p:txBody>
      </p:sp>
      <p:graphicFrame>
        <p:nvGraphicFramePr>
          <p:cNvPr id="4" name="Chart">
            <a:extLst xmlns:a="http://schemas.openxmlformats.org/drawingml/2006/main">
              <a:ext uri="{FF2B5EF4-FFF2-40B4-BE49-F238E27FC236}">
                <a16:creationId xmlns:a16="http://schemas.microsoft.com/office/drawing/2014/main" id="{53FD1D69-AF8E-4627-BFA4-E8969F1ADDA3}"/>
              </a:ext>
            </a:extLst>
          </p:cNvPr>
          <p:cNvGraphicFramePr/>
          <p:nvPr/>
        </p:nvGraphicFramePr>
        <p:xfrm>
          <a:off xmlns:a="http://schemas.openxmlformats.org/drawingml/2006/main" x="533400" y="2505075"/>
          <a:ext xmlns:a="http://schemas.openxmlformats.org/drawingml/2006/main" cx="11049000" cy="1676400"/>
        </p:xfrm>
        <a:graphic xmlns:a="http://schemas.openxmlformats.org/drawingml/2006/main">
          <a:graphicData uri="http://schemas.openxmlformats.org/drawingml/2006/chart">
            <c:chart xmlns:r="http://schemas.openxmlformats.org/officeDocument/2006/relationships" xmlns:c="http://schemas.openxmlformats.org/drawingml/2006/chart" r:id="Rbf4f049e1f39409c"/>
          </a:graphicData>
        </a:graphic>
      </p:graphicFrame>
      <p:sp>
        <p:nvSpPr>
          <p:cNvPr id="5" name="0.33">
            <a:extLst xmlns:a="http://schemas.openxmlformats.org/drawingml/2006/main">
              <a:ext uri="{FF2B5EF4-FFF2-40B4-BE49-F238E27FC236}">
                <a16:creationId xmlns:a16="http://schemas.microsoft.com/office/drawing/2014/main" id="{BEA2A343-5F09-48AF-924A-8406CCD6FE9C}"/>
              </a:ext>
            </a:extLst>
          </p:cNvPr>
          <p:cNvSpPr>
            <a:spLocks xmlns:a="http://schemas.openxmlformats.org/drawingml/2006/main" noGrp="1"/>
          </p:cNvSpPr>
          <p:nvPr/>
        </p:nvSpPr>
        <p:spPr>
          <a:xfrm xmlns:a="http://schemas.openxmlformats.org/drawingml/2006/main">
            <a:off x="571500" y="4438650"/>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75" b="1">
                <a:solidFill>
                  <a:srgbClr val="FFFFFF"/>
                </a:solidFill>
                <a:latin typeface="Avenir Next"/>
                <a:ea typeface="Avenir Next"/>
                <a:cs typeface="Avenir Next"/>
              </a:defRPr>
            </a:defPPr>
            <a:lvl1pPr algn="l">
              <a:defRPr sz="5775" b="1">
                <a:solidFill>
                  <a:srgbClr val="FFFFFF"/>
                </a:solidFill>
                <a:latin typeface="Avenir Next"/>
                <a:ea typeface="Avenir Next"/>
                <a:cs typeface="Avenir Next"/>
              </a:defRPr>
            </a:lvl1pPr>
            <a:lvl2pPr algn="l">
              <a:defRPr sz="5775" b="1">
                <a:solidFill>
                  <a:srgbClr val="FFFFFF"/>
                </a:solidFill>
                <a:latin typeface="Avenir Next"/>
                <a:ea typeface="Avenir Next"/>
                <a:cs typeface="Avenir Next"/>
              </a:defRPr>
            </a:lvl2pPr>
            <a:lvl3pPr algn="l">
              <a:defRPr sz="5775" b="1">
                <a:solidFill>
                  <a:srgbClr val="FFFFFF"/>
                </a:solidFill>
                <a:latin typeface="Avenir Next"/>
                <a:ea typeface="Avenir Next"/>
                <a:cs typeface="Avenir Next"/>
              </a:defRPr>
            </a:lvl3pPr>
            <a:lvl4pPr algn="l">
              <a:defRPr sz="5775" b="1">
                <a:solidFill>
                  <a:srgbClr val="FFFFFF"/>
                </a:solidFill>
                <a:latin typeface="Avenir Next"/>
                <a:ea typeface="Avenir Next"/>
                <a:cs typeface="Avenir Next"/>
              </a:defRPr>
            </a:lvl4pPr>
            <a:lvl5pPr algn="l">
              <a:defRPr sz="5775" b="1">
                <a:solidFill>
                  <a:srgbClr val="FFFFFF"/>
                </a:solidFill>
                <a:latin typeface="Avenir Next"/>
                <a:ea typeface="Avenir Next"/>
                <a:cs typeface="Avenir Next"/>
              </a:defRPr>
            </a:lvl5pPr>
            <a:lvl6pPr algn="l">
              <a:defRPr sz="5775" b="1">
                <a:solidFill>
                  <a:srgbClr val="FFFFFF"/>
                </a:solidFill>
                <a:latin typeface="Avenir Next"/>
                <a:ea typeface="Avenir Next"/>
                <a:cs typeface="Avenir Next"/>
              </a:defRPr>
            </a:lvl6pPr>
            <a:lvl7pPr algn="l">
              <a:defRPr sz="5775" b="1">
                <a:solidFill>
                  <a:srgbClr val="FFFFFF"/>
                </a:solidFill>
                <a:latin typeface="Avenir Next"/>
                <a:ea typeface="Avenir Next"/>
                <a:cs typeface="Avenir Next"/>
              </a:defRPr>
            </a:lvl7pPr>
            <a:lvl8pPr algn="l">
              <a:defRPr sz="5775" b="1">
                <a:solidFill>
                  <a:srgbClr val="FFFFFF"/>
                </a:solidFill>
                <a:latin typeface="Avenir Next"/>
                <a:ea typeface="Avenir Next"/>
                <a:cs typeface="Avenir Next"/>
              </a:defRPr>
            </a:lvl8pPr>
            <a:lvl9pPr algn="l">
              <a:defRPr sz="5775" b="1">
                <a:solidFill>
                  <a:srgbClr val="FFFFFF"/>
                </a:solidFill>
                <a:latin typeface="Avenir Next"/>
                <a:ea typeface="Avenir Next"/>
                <a:cs typeface="Avenir Next"/>
              </a:defRPr>
            </a:lvl9pPr>
          </a:lstStyle>
          <a:p xmlns:a="http://schemas.openxmlformats.org/drawingml/2006/main">
            <a:pPr algn="l">
              <a:defRPr sz="5775" b="1">
                <a:solidFill>
                  <a:srgbClr val="FFFFFF"/>
                </a:solidFill>
                <a:latin typeface="Avenir Next"/>
                <a:ea typeface="Avenir Next"/>
                <a:cs typeface="Avenir Next"/>
              </a:defRPr>
            </a:pPr>
            <a:r>
              <a:rPr sz="5775" b="1">
                <a:solidFill>
                  <a:srgbClr val="FFFFFF"/>
                </a:solidFill>
                <a:latin typeface="Avenir Next"/>
                <a:ea typeface="Avenir Next"/>
                <a:cs typeface="Avenir Next"/>
              </a:rPr>
              <a:t>0.33</a:t>
            </a:r>
          </a:p>
        </p:txBody>
      </p:sp>
      <p:sp>
        <p:nvSpPr>
          <p:cNvPr id="6" name="candidate score">
            <a:extLst xmlns:a="http://schemas.openxmlformats.org/drawingml/2006/main">
              <a:ext uri="{FF2B5EF4-FFF2-40B4-BE49-F238E27FC236}">
                <a16:creationId xmlns:a16="http://schemas.microsoft.com/office/drawing/2014/main" id="{73B72F38-B8E1-4A2A-A353-F8BB0626C85B}"/>
              </a:ext>
            </a:extLst>
          </p:cNvPr>
          <p:cNvSpPr>
            <a:spLocks xmlns:a="http://schemas.openxmlformats.org/drawingml/2006/main" noGrp="1"/>
          </p:cNvSpPr>
          <p:nvPr/>
        </p:nvSpPr>
        <p:spPr>
          <a:xfrm xmlns:a="http://schemas.openxmlformats.org/drawingml/2006/main">
            <a:off x="590550" y="5438775"/>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AEB9C0"/>
                </a:solidFill>
                <a:latin typeface="Avenir Next"/>
                <a:ea typeface="Avenir Next"/>
                <a:cs typeface="Avenir Next"/>
              </a:defRPr>
            </a:defPPr>
            <a:lvl1pPr algn="l">
              <a:defRPr sz="1950" b="0">
                <a:solidFill>
                  <a:srgbClr val="AEB9C0"/>
                </a:solidFill>
                <a:latin typeface="Avenir Next"/>
                <a:ea typeface="Avenir Next"/>
                <a:cs typeface="Avenir Next"/>
              </a:defRPr>
            </a:lvl1pPr>
            <a:lvl2pPr algn="l">
              <a:defRPr sz="1950" b="0">
                <a:solidFill>
                  <a:srgbClr val="AEB9C0"/>
                </a:solidFill>
                <a:latin typeface="Avenir Next"/>
                <a:ea typeface="Avenir Next"/>
                <a:cs typeface="Avenir Next"/>
              </a:defRPr>
            </a:lvl2pPr>
            <a:lvl3pPr algn="l">
              <a:defRPr sz="1950" b="0">
                <a:solidFill>
                  <a:srgbClr val="AEB9C0"/>
                </a:solidFill>
                <a:latin typeface="Avenir Next"/>
                <a:ea typeface="Avenir Next"/>
                <a:cs typeface="Avenir Next"/>
              </a:defRPr>
            </a:lvl3pPr>
            <a:lvl4pPr algn="l">
              <a:defRPr sz="1950" b="0">
                <a:solidFill>
                  <a:srgbClr val="AEB9C0"/>
                </a:solidFill>
                <a:latin typeface="Avenir Next"/>
                <a:ea typeface="Avenir Next"/>
                <a:cs typeface="Avenir Next"/>
              </a:defRPr>
            </a:lvl4pPr>
            <a:lvl5pPr algn="l">
              <a:defRPr sz="1950" b="0">
                <a:solidFill>
                  <a:srgbClr val="AEB9C0"/>
                </a:solidFill>
                <a:latin typeface="Avenir Next"/>
                <a:ea typeface="Avenir Next"/>
                <a:cs typeface="Avenir Next"/>
              </a:defRPr>
            </a:lvl5pPr>
            <a:lvl6pPr algn="l">
              <a:defRPr sz="1950" b="0">
                <a:solidFill>
                  <a:srgbClr val="AEB9C0"/>
                </a:solidFill>
                <a:latin typeface="Avenir Next"/>
                <a:ea typeface="Avenir Next"/>
                <a:cs typeface="Avenir Next"/>
              </a:defRPr>
            </a:lvl6pPr>
            <a:lvl7pPr algn="l">
              <a:defRPr sz="1950" b="0">
                <a:solidFill>
                  <a:srgbClr val="AEB9C0"/>
                </a:solidFill>
                <a:latin typeface="Avenir Next"/>
                <a:ea typeface="Avenir Next"/>
                <a:cs typeface="Avenir Next"/>
              </a:defRPr>
            </a:lvl7pPr>
            <a:lvl8pPr algn="l">
              <a:defRPr sz="1950" b="0">
                <a:solidFill>
                  <a:srgbClr val="AEB9C0"/>
                </a:solidFill>
                <a:latin typeface="Avenir Next"/>
                <a:ea typeface="Avenir Next"/>
                <a:cs typeface="Avenir Next"/>
              </a:defRPr>
            </a:lvl8pPr>
            <a:lvl9pPr algn="l">
              <a:defRPr sz="1950" b="0">
                <a:solidFill>
                  <a:srgbClr val="AEB9C0"/>
                </a:solidFill>
                <a:latin typeface="Avenir Next"/>
                <a:ea typeface="Avenir Next"/>
                <a:cs typeface="Avenir Next"/>
              </a:defRPr>
            </a:lvl9pPr>
          </a:lstStyle>
          <a:p xmlns:a="http://schemas.openxmlformats.org/drawingml/2006/main">
            <a:pPr algn="l">
              <a:defRPr sz="1950" b="0">
                <a:solidFill>
                  <a:srgbClr val="AEB9C0"/>
                </a:solidFill>
                <a:latin typeface="Avenir Next"/>
                <a:ea typeface="Avenir Next"/>
                <a:cs typeface="Avenir Next"/>
              </a:defRPr>
            </a:pPr>
            <a:r>
              <a:rPr sz="1950" b="0">
                <a:solidFill>
                  <a:srgbClr val="AEB9C0"/>
                </a:solidFill>
                <a:latin typeface="Avenir Next"/>
                <a:ea typeface="Avenir Next"/>
                <a:cs typeface="Avenir Next"/>
              </a:rPr>
              <a:t>candidate score</a:t>
            </a:r>
          </a:p>
        </p:txBody>
      </p:sp>
      <p:sp>
        <p:nvSpPr>
          <p:cNvPr id="7" name="0.05">
            <a:extLst xmlns:a="http://schemas.openxmlformats.org/drawingml/2006/main">
              <a:ext uri="{FF2B5EF4-FFF2-40B4-BE49-F238E27FC236}">
                <a16:creationId xmlns:a16="http://schemas.microsoft.com/office/drawing/2014/main" id="{333BB377-0C29-4C29-9038-5652406F280B}"/>
              </a:ext>
            </a:extLst>
          </p:cNvPr>
          <p:cNvSpPr>
            <a:spLocks xmlns:a="http://schemas.openxmlformats.org/drawingml/2006/main" noGrp="1"/>
          </p:cNvSpPr>
          <p:nvPr/>
        </p:nvSpPr>
        <p:spPr>
          <a:xfrm xmlns:a="http://schemas.openxmlformats.org/drawingml/2006/main">
            <a:off x="4305300" y="4438650"/>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75" b="1">
                <a:solidFill>
                  <a:srgbClr val="FFFFFF"/>
                </a:solidFill>
                <a:latin typeface="Avenir Next"/>
                <a:ea typeface="Avenir Next"/>
                <a:cs typeface="Avenir Next"/>
              </a:defRPr>
            </a:defPPr>
            <a:lvl1pPr algn="l">
              <a:defRPr sz="5775" b="1">
                <a:solidFill>
                  <a:srgbClr val="FFFFFF"/>
                </a:solidFill>
                <a:latin typeface="Avenir Next"/>
                <a:ea typeface="Avenir Next"/>
                <a:cs typeface="Avenir Next"/>
              </a:defRPr>
            </a:lvl1pPr>
            <a:lvl2pPr algn="l">
              <a:defRPr sz="5775" b="1">
                <a:solidFill>
                  <a:srgbClr val="FFFFFF"/>
                </a:solidFill>
                <a:latin typeface="Avenir Next"/>
                <a:ea typeface="Avenir Next"/>
                <a:cs typeface="Avenir Next"/>
              </a:defRPr>
            </a:lvl2pPr>
            <a:lvl3pPr algn="l">
              <a:defRPr sz="5775" b="1">
                <a:solidFill>
                  <a:srgbClr val="FFFFFF"/>
                </a:solidFill>
                <a:latin typeface="Avenir Next"/>
                <a:ea typeface="Avenir Next"/>
                <a:cs typeface="Avenir Next"/>
              </a:defRPr>
            </a:lvl3pPr>
            <a:lvl4pPr algn="l">
              <a:defRPr sz="5775" b="1">
                <a:solidFill>
                  <a:srgbClr val="FFFFFF"/>
                </a:solidFill>
                <a:latin typeface="Avenir Next"/>
                <a:ea typeface="Avenir Next"/>
                <a:cs typeface="Avenir Next"/>
              </a:defRPr>
            </a:lvl4pPr>
            <a:lvl5pPr algn="l">
              <a:defRPr sz="5775" b="1">
                <a:solidFill>
                  <a:srgbClr val="FFFFFF"/>
                </a:solidFill>
                <a:latin typeface="Avenir Next"/>
                <a:ea typeface="Avenir Next"/>
                <a:cs typeface="Avenir Next"/>
              </a:defRPr>
            </a:lvl5pPr>
            <a:lvl6pPr algn="l">
              <a:defRPr sz="5775" b="1">
                <a:solidFill>
                  <a:srgbClr val="FFFFFF"/>
                </a:solidFill>
                <a:latin typeface="Avenir Next"/>
                <a:ea typeface="Avenir Next"/>
                <a:cs typeface="Avenir Next"/>
              </a:defRPr>
            </a:lvl6pPr>
            <a:lvl7pPr algn="l">
              <a:defRPr sz="5775" b="1">
                <a:solidFill>
                  <a:srgbClr val="FFFFFF"/>
                </a:solidFill>
                <a:latin typeface="Avenir Next"/>
                <a:ea typeface="Avenir Next"/>
                <a:cs typeface="Avenir Next"/>
              </a:defRPr>
            </a:lvl7pPr>
            <a:lvl8pPr algn="l">
              <a:defRPr sz="5775" b="1">
                <a:solidFill>
                  <a:srgbClr val="FFFFFF"/>
                </a:solidFill>
                <a:latin typeface="Avenir Next"/>
                <a:ea typeface="Avenir Next"/>
                <a:cs typeface="Avenir Next"/>
              </a:defRPr>
            </a:lvl8pPr>
            <a:lvl9pPr algn="l">
              <a:defRPr sz="5775" b="1">
                <a:solidFill>
                  <a:srgbClr val="FFFFFF"/>
                </a:solidFill>
                <a:latin typeface="Avenir Next"/>
                <a:ea typeface="Avenir Next"/>
                <a:cs typeface="Avenir Next"/>
              </a:defRPr>
            </a:lvl9pPr>
          </a:lstStyle>
          <a:p xmlns:a="http://schemas.openxmlformats.org/drawingml/2006/main">
            <a:pPr algn="l">
              <a:defRPr sz="5775" b="1">
                <a:solidFill>
                  <a:srgbClr val="FFFFFF"/>
                </a:solidFill>
                <a:latin typeface="Avenir Next"/>
                <a:ea typeface="Avenir Next"/>
                <a:cs typeface="Avenir Next"/>
              </a:defRPr>
            </a:pPr>
            <a:r>
              <a:rPr sz="5775" b="1">
                <a:solidFill>
                  <a:srgbClr val="FFFFFF"/>
                </a:solidFill>
                <a:latin typeface="Avenir Next"/>
                <a:ea typeface="Avenir Next"/>
                <a:cs typeface="Avenir Next"/>
              </a:rPr>
              <a:t>0.05</a:t>
            </a:r>
          </a:p>
        </p:txBody>
      </p:sp>
      <p:sp>
        <p:nvSpPr>
          <p:cNvPr id="8" name="anchor similarity">
            <a:extLst xmlns:a="http://schemas.openxmlformats.org/drawingml/2006/main">
              <a:ext uri="{FF2B5EF4-FFF2-40B4-BE49-F238E27FC236}">
                <a16:creationId xmlns:a16="http://schemas.microsoft.com/office/drawing/2014/main" id="{6482EAB7-3B29-452E-BFBE-0B7954EDD8F5}"/>
              </a:ext>
            </a:extLst>
          </p:cNvPr>
          <p:cNvSpPr>
            <a:spLocks xmlns:a="http://schemas.openxmlformats.org/drawingml/2006/main" noGrp="1"/>
          </p:cNvSpPr>
          <p:nvPr/>
        </p:nvSpPr>
        <p:spPr>
          <a:xfrm xmlns:a="http://schemas.openxmlformats.org/drawingml/2006/main">
            <a:off x="4324350" y="5438775"/>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AEB9C0"/>
                </a:solidFill>
                <a:latin typeface="Avenir Next"/>
                <a:ea typeface="Avenir Next"/>
                <a:cs typeface="Avenir Next"/>
              </a:defRPr>
            </a:defPPr>
            <a:lvl1pPr algn="l">
              <a:defRPr sz="1950" b="0">
                <a:solidFill>
                  <a:srgbClr val="AEB9C0"/>
                </a:solidFill>
                <a:latin typeface="Avenir Next"/>
                <a:ea typeface="Avenir Next"/>
                <a:cs typeface="Avenir Next"/>
              </a:defRPr>
            </a:lvl1pPr>
            <a:lvl2pPr algn="l">
              <a:defRPr sz="1950" b="0">
                <a:solidFill>
                  <a:srgbClr val="AEB9C0"/>
                </a:solidFill>
                <a:latin typeface="Avenir Next"/>
                <a:ea typeface="Avenir Next"/>
                <a:cs typeface="Avenir Next"/>
              </a:defRPr>
            </a:lvl2pPr>
            <a:lvl3pPr algn="l">
              <a:defRPr sz="1950" b="0">
                <a:solidFill>
                  <a:srgbClr val="AEB9C0"/>
                </a:solidFill>
                <a:latin typeface="Avenir Next"/>
                <a:ea typeface="Avenir Next"/>
                <a:cs typeface="Avenir Next"/>
              </a:defRPr>
            </a:lvl3pPr>
            <a:lvl4pPr algn="l">
              <a:defRPr sz="1950" b="0">
                <a:solidFill>
                  <a:srgbClr val="AEB9C0"/>
                </a:solidFill>
                <a:latin typeface="Avenir Next"/>
                <a:ea typeface="Avenir Next"/>
                <a:cs typeface="Avenir Next"/>
              </a:defRPr>
            </a:lvl4pPr>
            <a:lvl5pPr algn="l">
              <a:defRPr sz="1950" b="0">
                <a:solidFill>
                  <a:srgbClr val="AEB9C0"/>
                </a:solidFill>
                <a:latin typeface="Avenir Next"/>
                <a:ea typeface="Avenir Next"/>
                <a:cs typeface="Avenir Next"/>
              </a:defRPr>
            </a:lvl5pPr>
            <a:lvl6pPr algn="l">
              <a:defRPr sz="1950" b="0">
                <a:solidFill>
                  <a:srgbClr val="AEB9C0"/>
                </a:solidFill>
                <a:latin typeface="Avenir Next"/>
                <a:ea typeface="Avenir Next"/>
                <a:cs typeface="Avenir Next"/>
              </a:defRPr>
            </a:lvl6pPr>
            <a:lvl7pPr algn="l">
              <a:defRPr sz="1950" b="0">
                <a:solidFill>
                  <a:srgbClr val="AEB9C0"/>
                </a:solidFill>
                <a:latin typeface="Avenir Next"/>
                <a:ea typeface="Avenir Next"/>
                <a:cs typeface="Avenir Next"/>
              </a:defRPr>
            </a:lvl7pPr>
            <a:lvl8pPr algn="l">
              <a:defRPr sz="1950" b="0">
                <a:solidFill>
                  <a:srgbClr val="AEB9C0"/>
                </a:solidFill>
                <a:latin typeface="Avenir Next"/>
                <a:ea typeface="Avenir Next"/>
                <a:cs typeface="Avenir Next"/>
              </a:defRPr>
            </a:lvl8pPr>
            <a:lvl9pPr algn="l">
              <a:defRPr sz="1950" b="0">
                <a:solidFill>
                  <a:srgbClr val="AEB9C0"/>
                </a:solidFill>
                <a:latin typeface="Avenir Next"/>
                <a:ea typeface="Avenir Next"/>
                <a:cs typeface="Avenir Next"/>
              </a:defRPr>
            </a:lvl9pPr>
          </a:lstStyle>
          <a:p xmlns:a="http://schemas.openxmlformats.org/drawingml/2006/main">
            <a:pPr algn="l">
              <a:defRPr sz="1950" b="0">
                <a:solidFill>
                  <a:srgbClr val="AEB9C0"/>
                </a:solidFill>
                <a:latin typeface="Avenir Next"/>
                <a:ea typeface="Avenir Next"/>
                <a:cs typeface="Avenir Next"/>
              </a:defRPr>
            </a:pPr>
            <a:r>
              <a:rPr sz="1950" b="0">
                <a:solidFill>
                  <a:srgbClr val="AEB9C0"/>
                </a:solidFill>
                <a:latin typeface="Avenir Next"/>
                <a:ea typeface="Avenir Next"/>
                <a:cs typeface="Avenir Next"/>
              </a:rPr>
              <a:t>anchor similarity</a:t>
            </a:r>
          </a:p>
        </p:txBody>
      </p:sp>
      <p:sp>
        <p:nvSpPr>
          <p:cNvPr id="9" name="0.08">
            <a:extLst xmlns:a="http://schemas.openxmlformats.org/drawingml/2006/main">
              <a:ext uri="{FF2B5EF4-FFF2-40B4-BE49-F238E27FC236}">
                <a16:creationId xmlns:a16="http://schemas.microsoft.com/office/drawing/2014/main" id="{D267EE20-CD71-454D-85F8-2E5A2FAA1AE0}"/>
              </a:ext>
            </a:extLst>
          </p:cNvPr>
          <p:cNvSpPr>
            <a:spLocks xmlns:a="http://schemas.openxmlformats.org/drawingml/2006/main" noGrp="1"/>
          </p:cNvSpPr>
          <p:nvPr/>
        </p:nvSpPr>
        <p:spPr>
          <a:xfrm xmlns:a="http://schemas.openxmlformats.org/drawingml/2006/main">
            <a:off x="8039100" y="4438650"/>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75" b="1">
                <a:solidFill>
                  <a:srgbClr val="FFFFFF"/>
                </a:solidFill>
                <a:latin typeface="Avenir Next"/>
                <a:ea typeface="Avenir Next"/>
                <a:cs typeface="Avenir Next"/>
              </a:defRPr>
            </a:defPPr>
            <a:lvl1pPr algn="l">
              <a:defRPr sz="5775" b="1">
                <a:solidFill>
                  <a:srgbClr val="FFFFFF"/>
                </a:solidFill>
                <a:latin typeface="Avenir Next"/>
                <a:ea typeface="Avenir Next"/>
                <a:cs typeface="Avenir Next"/>
              </a:defRPr>
            </a:lvl1pPr>
            <a:lvl2pPr algn="l">
              <a:defRPr sz="5775" b="1">
                <a:solidFill>
                  <a:srgbClr val="FFFFFF"/>
                </a:solidFill>
                <a:latin typeface="Avenir Next"/>
                <a:ea typeface="Avenir Next"/>
                <a:cs typeface="Avenir Next"/>
              </a:defRPr>
            </a:lvl2pPr>
            <a:lvl3pPr algn="l">
              <a:defRPr sz="5775" b="1">
                <a:solidFill>
                  <a:srgbClr val="FFFFFF"/>
                </a:solidFill>
                <a:latin typeface="Avenir Next"/>
                <a:ea typeface="Avenir Next"/>
                <a:cs typeface="Avenir Next"/>
              </a:defRPr>
            </a:lvl3pPr>
            <a:lvl4pPr algn="l">
              <a:defRPr sz="5775" b="1">
                <a:solidFill>
                  <a:srgbClr val="FFFFFF"/>
                </a:solidFill>
                <a:latin typeface="Avenir Next"/>
                <a:ea typeface="Avenir Next"/>
                <a:cs typeface="Avenir Next"/>
              </a:defRPr>
            </a:lvl4pPr>
            <a:lvl5pPr algn="l">
              <a:defRPr sz="5775" b="1">
                <a:solidFill>
                  <a:srgbClr val="FFFFFF"/>
                </a:solidFill>
                <a:latin typeface="Avenir Next"/>
                <a:ea typeface="Avenir Next"/>
                <a:cs typeface="Avenir Next"/>
              </a:defRPr>
            </a:lvl5pPr>
            <a:lvl6pPr algn="l">
              <a:defRPr sz="5775" b="1">
                <a:solidFill>
                  <a:srgbClr val="FFFFFF"/>
                </a:solidFill>
                <a:latin typeface="Avenir Next"/>
                <a:ea typeface="Avenir Next"/>
                <a:cs typeface="Avenir Next"/>
              </a:defRPr>
            </a:lvl6pPr>
            <a:lvl7pPr algn="l">
              <a:defRPr sz="5775" b="1">
                <a:solidFill>
                  <a:srgbClr val="FFFFFF"/>
                </a:solidFill>
                <a:latin typeface="Avenir Next"/>
                <a:ea typeface="Avenir Next"/>
                <a:cs typeface="Avenir Next"/>
              </a:defRPr>
            </a:lvl7pPr>
            <a:lvl8pPr algn="l">
              <a:defRPr sz="5775" b="1">
                <a:solidFill>
                  <a:srgbClr val="FFFFFF"/>
                </a:solidFill>
                <a:latin typeface="Avenir Next"/>
                <a:ea typeface="Avenir Next"/>
                <a:cs typeface="Avenir Next"/>
              </a:defRPr>
            </a:lvl8pPr>
            <a:lvl9pPr algn="l">
              <a:defRPr sz="5775" b="1">
                <a:solidFill>
                  <a:srgbClr val="FFFFFF"/>
                </a:solidFill>
                <a:latin typeface="Avenir Next"/>
                <a:ea typeface="Avenir Next"/>
                <a:cs typeface="Avenir Next"/>
              </a:defRPr>
            </a:lvl9pPr>
          </a:lstStyle>
          <a:p xmlns:a="http://schemas.openxmlformats.org/drawingml/2006/main">
            <a:pPr algn="l">
              <a:defRPr sz="5775" b="1">
                <a:solidFill>
                  <a:srgbClr val="FFFFFF"/>
                </a:solidFill>
                <a:latin typeface="Avenir Next"/>
                <a:ea typeface="Avenir Next"/>
                <a:cs typeface="Avenir Next"/>
              </a:defRPr>
            </a:pPr>
            <a:r>
              <a:rPr sz="5775" b="1">
                <a:solidFill>
                  <a:srgbClr val="FFFFFF"/>
                </a:solidFill>
                <a:latin typeface="Avenir Next"/>
                <a:ea typeface="Avenir Next"/>
                <a:cs typeface="Avenir Next"/>
              </a:rPr>
              <a:t>0.08</a:t>
            </a:r>
          </a:p>
        </p:txBody>
      </p:sp>
      <p:sp>
        <p:nvSpPr>
          <p:cNvPr id="10" name="candidate margin">
            <a:extLst xmlns:a="http://schemas.openxmlformats.org/drawingml/2006/main">
              <a:ext uri="{FF2B5EF4-FFF2-40B4-BE49-F238E27FC236}">
                <a16:creationId xmlns:a16="http://schemas.microsoft.com/office/drawing/2014/main" id="{EB1875AD-7CC7-427E-85BC-257613CB6203}"/>
              </a:ext>
            </a:extLst>
          </p:cNvPr>
          <p:cNvSpPr>
            <a:spLocks xmlns:a="http://schemas.openxmlformats.org/drawingml/2006/main" noGrp="1"/>
          </p:cNvSpPr>
          <p:nvPr/>
        </p:nvSpPr>
        <p:spPr>
          <a:xfrm xmlns:a="http://schemas.openxmlformats.org/drawingml/2006/main">
            <a:off x="8058150" y="5438775"/>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AEB9C0"/>
                </a:solidFill>
                <a:latin typeface="Avenir Next"/>
                <a:ea typeface="Avenir Next"/>
                <a:cs typeface="Avenir Next"/>
              </a:defRPr>
            </a:defPPr>
            <a:lvl1pPr algn="l">
              <a:defRPr sz="1950" b="0">
                <a:solidFill>
                  <a:srgbClr val="AEB9C0"/>
                </a:solidFill>
                <a:latin typeface="Avenir Next"/>
                <a:ea typeface="Avenir Next"/>
                <a:cs typeface="Avenir Next"/>
              </a:defRPr>
            </a:lvl1pPr>
            <a:lvl2pPr algn="l">
              <a:defRPr sz="1950" b="0">
                <a:solidFill>
                  <a:srgbClr val="AEB9C0"/>
                </a:solidFill>
                <a:latin typeface="Avenir Next"/>
                <a:ea typeface="Avenir Next"/>
                <a:cs typeface="Avenir Next"/>
              </a:defRPr>
            </a:lvl2pPr>
            <a:lvl3pPr algn="l">
              <a:defRPr sz="1950" b="0">
                <a:solidFill>
                  <a:srgbClr val="AEB9C0"/>
                </a:solidFill>
                <a:latin typeface="Avenir Next"/>
                <a:ea typeface="Avenir Next"/>
                <a:cs typeface="Avenir Next"/>
              </a:defRPr>
            </a:lvl3pPr>
            <a:lvl4pPr algn="l">
              <a:defRPr sz="1950" b="0">
                <a:solidFill>
                  <a:srgbClr val="AEB9C0"/>
                </a:solidFill>
                <a:latin typeface="Avenir Next"/>
                <a:ea typeface="Avenir Next"/>
                <a:cs typeface="Avenir Next"/>
              </a:defRPr>
            </a:lvl4pPr>
            <a:lvl5pPr algn="l">
              <a:defRPr sz="1950" b="0">
                <a:solidFill>
                  <a:srgbClr val="AEB9C0"/>
                </a:solidFill>
                <a:latin typeface="Avenir Next"/>
                <a:ea typeface="Avenir Next"/>
                <a:cs typeface="Avenir Next"/>
              </a:defRPr>
            </a:lvl5pPr>
            <a:lvl6pPr algn="l">
              <a:defRPr sz="1950" b="0">
                <a:solidFill>
                  <a:srgbClr val="AEB9C0"/>
                </a:solidFill>
                <a:latin typeface="Avenir Next"/>
                <a:ea typeface="Avenir Next"/>
                <a:cs typeface="Avenir Next"/>
              </a:defRPr>
            </a:lvl6pPr>
            <a:lvl7pPr algn="l">
              <a:defRPr sz="1950" b="0">
                <a:solidFill>
                  <a:srgbClr val="AEB9C0"/>
                </a:solidFill>
                <a:latin typeface="Avenir Next"/>
                <a:ea typeface="Avenir Next"/>
                <a:cs typeface="Avenir Next"/>
              </a:defRPr>
            </a:lvl7pPr>
            <a:lvl8pPr algn="l">
              <a:defRPr sz="1950" b="0">
                <a:solidFill>
                  <a:srgbClr val="AEB9C0"/>
                </a:solidFill>
                <a:latin typeface="Avenir Next"/>
                <a:ea typeface="Avenir Next"/>
                <a:cs typeface="Avenir Next"/>
              </a:defRPr>
            </a:lvl8pPr>
            <a:lvl9pPr algn="l">
              <a:defRPr sz="1950" b="0">
                <a:solidFill>
                  <a:srgbClr val="AEB9C0"/>
                </a:solidFill>
                <a:latin typeface="Avenir Next"/>
                <a:ea typeface="Avenir Next"/>
                <a:cs typeface="Avenir Next"/>
              </a:defRPr>
            </a:lvl9pPr>
          </a:lstStyle>
          <a:p xmlns:a="http://schemas.openxmlformats.org/drawingml/2006/main">
            <a:pPr algn="l">
              <a:defRPr sz="1950" b="0">
                <a:solidFill>
                  <a:srgbClr val="AEB9C0"/>
                </a:solidFill>
                <a:latin typeface="Avenir Next"/>
                <a:ea typeface="Avenir Next"/>
                <a:cs typeface="Avenir Next"/>
              </a:defRPr>
            </a:pPr>
            <a:r>
              <a:rPr sz="1950" b="0">
                <a:solidFill>
                  <a:srgbClr val="AEB9C0"/>
                </a:solidFill>
                <a:latin typeface="Avenir Next"/>
                <a:ea typeface="Avenir Next"/>
                <a:cs typeface="Avenir Next"/>
              </a:rPr>
              <a:t>candidate margin</a:t>
            </a:r>
          </a:p>
        </p:txBody>
      </p:sp>
      <p:sp>
        <p:nvSpPr>
          <p:cNvPr id="11" name="Lexical fallback gates. Compatible time and specific shared cont">
            <a:extLst xmlns:a="http://schemas.openxmlformats.org/drawingml/2006/main">
              <a:ext uri="{FF2B5EF4-FFF2-40B4-BE49-F238E27FC236}">
                <a16:creationId xmlns:a16="http://schemas.microsoft.com/office/drawing/2014/main" id="{810786ED-F2A2-4349-9BA8-8E9647B765A2}"/>
              </a:ext>
            </a:extLst>
          </p:cNvPr>
          <p:cNvSpPr>
            <a:spLocks xmlns:a="http://schemas.openxmlformats.org/drawingml/2006/main" noGrp="1"/>
          </p:cNvSpPr>
          <p:nvPr/>
        </p:nvSpPr>
        <p:spPr>
          <a:xfrm xmlns:a="http://schemas.openxmlformats.org/drawingml/2006/main">
            <a:off x="590550" y="625792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AEB9C0"/>
                </a:solidFill>
                <a:latin typeface="Avenir Next"/>
                <a:ea typeface="Avenir Next"/>
                <a:cs typeface="Avenir Next"/>
              </a:defRPr>
            </a:defPPr>
            <a:lvl1pPr algn="l">
              <a:defRPr sz="1650" b="0">
                <a:solidFill>
                  <a:srgbClr val="AEB9C0"/>
                </a:solidFill>
                <a:latin typeface="Avenir Next"/>
                <a:ea typeface="Avenir Next"/>
                <a:cs typeface="Avenir Next"/>
              </a:defRPr>
            </a:lvl1pPr>
            <a:lvl2pPr algn="l">
              <a:defRPr sz="1650" b="0">
                <a:solidFill>
                  <a:srgbClr val="AEB9C0"/>
                </a:solidFill>
                <a:latin typeface="Avenir Next"/>
                <a:ea typeface="Avenir Next"/>
                <a:cs typeface="Avenir Next"/>
              </a:defRPr>
            </a:lvl2pPr>
            <a:lvl3pPr algn="l">
              <a:defRPr sz="1650" b="0">
                <a:solidFill>
                  <a:srgbClr val="AEB9C0"/>
                </a:solidFill>
                <a:latin typeface="Avenir Next"/>
                <a:ea typeface="Avenir Next"/>
                <a:cs typeface="Avenir Next"/>
              </a:defRPr>
            </a:lvl3pPr>
            <a:lvl4pPr algn="l">
              <a:defRPr sz="1650" b="0">
                <a:solidFill>
                  <a:srgbClr val="AEB9C0"/>
                </a:solidFill>
                <a:latin typeface="Avenir Next"/>
                <a:ea typeface="Avenir Next"/>
                <a:cs typeface="Avenir Next"/>
              </a:defRPr>
            </a:lvl4pPr>
            <a:lvl5pPr algn="l">
              <a:defRPr sz="1650" b="0">
                <a:solidFill>
                  <a:srgbClr val="AEB9C0"/>
                </a:solidFill>
                <a:latin typeface="Avenir Next"/>
                <a:ea typeface="Avenir Next"/>
                <a:cs typeface="Avenir Next"/>
              </a:defRPr>
            </a:lvl5pPr>
            <a:lvl6pPr algn="l">
              <a:defRPr sz="1650" b="0">
                <a:solidFill>
                  <a:srgbClr val="AEB9C0"/>
                </a:solidFill>
                <a:latin typeface="Avenir Next"/>
                <a:ea typeface="Avenir Next"/>
                <a:cs typeface="Avenir Next"/>
              </a:defRPr>
            </a:lvl6pPr>
            <a:lvl7pPr algn="l">
              <a:defRPr sz="1650" b="0">
                <a:solidFill>
                  <a:srgbClr val="AEB9C0"/>
                </a:solidFill>
                <a:latin typeface="Avenir Next"/>
                <a:ea typeface="Avenir Next"/>
                <a:cs typeface="Avenir Next"/>
              </a:defRPr>
            </a:lvl7pPr>
            <a:lvl8pPr algn="l">
              <a:defRPr sz="1650" b="0">
                <a:solidFill>
                  <a:srgbClr val="AEB9C0"/>
                </a:solidFill>
                <a:latin typeface="Avenir Next"/>
                <a:ea typeface="Avenir Next"/>
                <a:cs typeface="Avenir Next"/>
              </a:defRPr>
            </a:lvl8pPr>
            <a:lvl9pPr algn="l">
              <a:defRPr sz="1650" b="0">
                <a:solidFill>
                  <a:srgbClr val="AEB9C0"/>
                </a:solidFill>
                <a:latin typeface="Avenir Next"/>
                <a:ea typeface="Avenir Next"/>
                <a:cs typeface="Avenir Next"/>
              </a:defRPr>
            </a:lvl9pPr>
          </a:lstStyle>
          <a:p xmlns:a="http://schemas.openxmlformats.org/drawingml/2006/main">
            <a:pPr algn="l">
              <a:defRPr sz="1650" b="0">
                <a:solidFill>
                  <a:srgbClr val="AEB9C0"/>
                </a:solidFill>
                <a:latin typeface="Avenir Next"/>
                <a:ea typeface="Avenir Next"/>
                <a:cs typeface="Avenir Next"/>
              </a:defRPr>
            </a:pPr>
            <a:r>
              <a:rPr sz="1650" b="0">
                <a:solidFill>
                  <a:srgbClr val="AEB9C0"/>
                </a:solidFill>
                <a:latin typeface="Avenir Next"/>
                <a:ea typeface="Avenir Next"/>
                <a:cs typeface="Avenir Next"/>
              </a:rPr>
              <a:t>Lexical fallback gates. Compatible time and specific shared context are also required.</a:t>
            </a:r>
          </a:p>
        </p:txBody>
      </p:sp>
    </p:spTree>
    <p:extLst>
      <p:ext uri="{BB962C8B-B14F-4D97-AF65-F5344CB8AC3E}">
        <p14:creationId xmlns:p14="http://schemas.microsoft.com/office/powerpoint/2010/main" val="9934624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riority has an explicit rule">
            <a:extLst xmlns:a="http://schemas.openxmlformats.org/drawingml/2006/main">
              <a:ext uri="{FF2B5EF4-FFF2-40B4-BE49-F238E27FC236}">
                <a16:creationId xmlns:a16="http://schemas.microsoft.com/office/drawing/2014/main" id="{C4F25DA4-D855-4C7B-98DD-BA24AB0058A7}"/>
              </a:ext>
            </a:extLst>
          </p:cNvPr>
          <p:cNvSpPr>
            <a:spLocks xmlns:a="http://schemas.openxmlformats.org/drawingml/2006/main" noGrp="1"/>
          </p:cNvSpPr>
          <p:nvPr/>
        </p:nvSpPr>
        <p:spPr>
          <a:xfrm xmlns:a="http://schemas.openxmlformats.org/drawingml/2006/main">
            <a:off x="53340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75" b="1">
                <a:solidFill>
                  <a:srgbClr val="17222A"/>
                </a:solidFill>
                <a:latin typeface="Avenir Next"/>
                <a:ea typeface="Avenir Next"/>
                <a:cs typeface="Avenir Next"/>
              </a:defRPr>
            </a:defPPr>
            <a:lvl1pPr algn="l">
              <a:defRPr sz="4875" b="1">
                <a:solidFill>
                  <a:srgbClr val="17222A"/>
                </a:solidFill>
                <a:latin typeface="Avenir Next"/>
                <a:ea typeface="Avenir Next"/>
                <a:cs typeface="Avenir Next"/>
              </a:defRPr>
            </a:lvl1pPr>
            <a:lvl2pPr algn="l">
              <a:defRPr sz="4875" b="1">
                <a:solidFill>
                  <a:srgbClr val="17222A"/>
                </a:solidFill>
                <a:latin typeface="Avenir Next"/>
                <a:ea typeface="Avenir Next"/>
                <a:cs typeface="Avenir Next"/>
              </a:defRPr>
            </a:lvl2pPr>
            <a:lvl3pPr algn="l">
              <a:defRPr sz="4875" b="1">
                <a:solidFill>
                  <a:srgbClr val="17222A"/>
                </a:solidFill>
                <a:latin typeface="Avenir Next"/>
                <a:ea typeface="Avenir Next"/>
                <a:cs typeface="Avenir Next"/>
              </a:defRPr>
            </a:lvl3pPr>
            <a:lvl4pPr algn="l">
              <a:defRPr sz="4875" b="1">
                <a:solidFill>
                  <a:srgbClr val="17222A"/>
                </a:solidFill>
                <a:latin typeface="Avenir Next"/>
                <a:ea typeface="Avenir Next"/>
                <a:cs typeface="Avenir Next"/>
              </a:defRPr>
            </a:lvl4pPr>
            <a:lvl5pPr algn="l">
              <a:defRPr sz="4875" b="1">
                <a:solidFill>
                  <a:srgbClr val="17222A"/>
                </a:solidFill>
                <a:latin typeface="Avenir Next"/>
                <a:ea typeface="Avenir Next"/>
                <a:cs typeface="Avenir Next"/>
              </a:defRPr>
            </a:lvl5pPr>
            <a:lvl6pPr algn="l">
              <a:defRPr sz="4875" b="1">
                <a:solidFill>
                  <a:srgbClr val="17222A"/>
                </a:solidFill>
                <a:latin typeface="Avenir Next"/>
                <a:ea typeface="Avenir Next"/>
                <a:cs typeface="Avenir Next"/>
              </a:defRPr>
            </a:lvl6pPr>
            <a:lvl7pPr algn="l">
              <a:defRPr sz="4875" b="1">
                <a:solidFill>
                  <a:srgbClr val="17222A"/>
                </a:solidFill>
                <a:latin typeface="Avenir Next"/>
                <a:ea typeface="Avenir Next"/>
                <a:cs typeface="Avenir Next"/>
              </a:defRPr>
            </a:lvl7pPr>
            <a:lvl8pPr algn="l">
              <a:defRPr sz="4875" b="1">
                <a:solidFill>
                  <a:srgbClr val="17222A"/>
                </a:solidFill>
                <a:latin typeface="Avenir Next"/>
                <a:ea typeface="Avenir Next"/>
                <a:cs typeface="Avenir Next"/>
              </a:defRPr>
            </a:lvl8pPr>
            <a:lvl9pPr algn="l">
              <a:defRPr sz="4875" b="1">
                <a:solidFill>
                  <a:srgbClr val="17222A"/>
                </a:solidFill>
                <a:latin typeface="Avenir Next"/>
                <a:ea typeface="Avenir Next"/>
                <a:cs typeface="Avenir Next"/>
              </a:defRPr>
            </a:lvl9pPr>
          </a:lstStyle>
          <a:p xmlns:a="http://schemas.openxmlformats.org/drawingml/2006/main">
            <a:pPr algn="l">
              <a:defRPr sz="4875" b="1">
                <a:solidFill>
                  <a:srgbClr val="17222A"/>
                </a:solidFill>
                <a:latin typeface="Avenir Next"/>
                <a:ea typeface="Avenir Next"/>
                <a:cs typeface="Avenir Next"/>
              </a:defRPr>
            </a:pPr>
            <a:r>
              <a:rPr sz="4875" b="1">
                <a:solidFill>
                  <a:srgbClr val="17222A"/>
                </a:solidFill>
                <a:latin typeface="Avenir Next"/>
                <a:ea typeface="Avenir Next"/>
                <a:cs typeface="Avenir Next"/>
              </a:rPr>
              <a:t>Priority has an explicit rule</a:t>
            </a:r>
          </a:p>
        </p:txBody>
      </p:sp>
      <p:sp>
        <p:nvSpPr>
          <p:cNvPr id="3" name="P0">
            <a:extLst xmlns:a="http://schemas.openxmlformats.org/drawingml/2006/main">
              <a:ext uri="{FF2B5EF4-FFF2-40B4-BE49-F238E27FC236}">
                <a16:creationId xmlns:a16="http://schemas.microsoft.com/office/drawing/2014/main" id="{9E943C89-D128-4ED5-AD73-B62CDFC845B6}"/>
              </a:ext>
            </a:extLst>
          </p:cNvPr>
          <p:cNvSpPr>
            <a:spLocks xmlns:a="http://schemas.openxmlformats.org/drawingml/2006/main" noGrp="1"/>
          </p:cNvSpPr>
          <p:nvPr/>
        </p:nvSpPr>
        <p:spPr>
          <a:xfrm xmlns:a="http://schemas.openxmlformats.org/drawingml/2006/main">
            <a:off x="533400" y="160020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550" b="1">
                <a:solidFill>
                  <a:srgbClr val="D74737"/>
                </a:solidFill>
                <a:latin typeface="Avenir Next"/>
                <a:ea typeface="Avenir Next"/>
                <a:cs typeface="Avenir Next"/>
              </a:defRPr>
            </a:defPPr>
            <a:lvl1pPr algn="l">
              <a:defRPr sz="5550" b="1">
                <a:solidFill>
                  <a:srgbClr val="D74737"/>
                </a:solidFill>
                <a:latin typeface="Avenir Next"/>
                <a:ea typeface="Avenir Next"/>
                <a:cs typeface="Avenir Next"/>
              </a:defRPr>
            </a:lvl1pPr>
            <a:lvl2pPr algn="l">
              <a:defRPr sz="5550" b="1">
                <a:solidFill>
                  <a:srgbClr val="D74737"/>
                </a:solidFill>
                <a:latin typeface="Avenir Next"/>
                <a:ea typeface="Avenir Next"/>
                <a:cs typeface="Avenir Next"/>
              </a:defRPr>
            </a:lvl2pPr>
            <a:lvl3pPr algn="l">
              <a:defRPr sz="5550" b="1">
                <a:solidFill>
                  <a:srgbClr val="D74737"/>
                </a:solidFill>
                <a:latin typeface="Avenir Next"/>
                <a:ea typeface="Avenir Next"/>
                <a:cs typeface="Avenir Next"/>
              </a:defRPr>
            </a:lvl3pPr>
            <a:lvl4pPr algn="l">
              <a:defRPr sz="5550" b="1">
                <a:solidFill>
                  <a:srgbClr val="D74737"/>
                </a:solidFill>
                <a:latin typeface="Avenir Next"/>
                <a:ea typeface="Avenir Next"/>
                <a:cs typeface="Avenir Next"/>
              </a:defRPr>
            </a:lvl4pPr>
            <a:lvl5pPr algn="l">
              <a:defRPr sz="5550" b="1">
                <a:solidFill>
                  <a:srgbClr val="D74737"/>
                </a:solidFill>
                <a:latin typeface="Avenir Next"/>
                <a:ea typeface="Avenir Next"/>
                <a:cs typeface="Avenir Next"/>
              </a:defRPr>
            </a:lvl5pPr>
            <a:lvl6pPr algn="l">
              <a:defRPr sz="5550" b="1">
                <a:solidFill>
                  <a:srgbClr val="D74737"/>
                </a:solidFill>
                <a:latin typeface="Avenir Next"/>
                <a:ea typeface="Avenir Next"/>
                <a:cs typeface="Avenir Next"/>
              </a:defRPr>
            </a:lvl6pPr>
            <a:lvl7pPr algn="l">
              <a:defRPr sz="5550" b="1">
                <a:solidFill>
                  <a:srgbClr val="D74737"/>
                </a:solidFill>
                <a:latin typeface="Avenir Next"/>
                <a:ea typeface="Avenir Next"/>
                <a:cs typeface="Avenir Next"/>
              </a:defRPr>
            </a:lvl7pPr>
            <a:lvl8pPr algn="l">
              <a:defRPr sz="5550" b="1">
                <a:solidFill>
                  <a:srgbClr val="D74737"/>
                </a:solidFill>
                <a:latin typeface="Avenir Next"/>
                <a:ea typeface="Avenir Next"/>
                <a:cs typeface="Avenir Next"/>
              </a:defRPr>
            </a:lvl8pPr>
            <a:lvl9pPr algn="l">
              <a:defRPr sz="5550" b="1">
                <a:solidFill>
                  <a:srgbClr val="D74737"/>
                </a:solidFill>
                <a:latin typeface="Avenir Next"/>
                <a:ea typeface="Avenir Next"/>
                <a:cs typeface="Avenir Next"/>
              </a:defRPr>
            </a:lvl9pPr>
          </a:lstStyle>
          <a:p xmlns:a="http://schemas.openxmlformats.org/drawingml/2006/main">
            <a:pPr algn="l">
              <a:defRPr sz="5550" b="1">
                <a:solidFill>
                  <a:srgbClr val="D74737"/>
                </a:solidFill>
                <a:latin typeface="Avenir Next"/>
                <a:ea typeface="Avenir Next"/>
                <a:cs typeface="Avenir Next"/>
              </a:defRPr>
            </a:pPr>
            <a:r>
              <a:rPr sz="5550" b="1">
                <a:solidFill>
                  <a:srgbClr val="D74737"/>
                </a:solidFill>
                <a:latin typeface="Avenir Next"/>
                <a:ea typeface="Avenir Next"/>
                <a:cs typeface="Avenir Next"/>
              </a:rPr>
              <a:t>P0</a:t>
            </a:r>
          </a:p>
        </p:txBody>
      </p:sp>
      <p:sp>
        <p:nvSpPr>
          <p:cNvPr id="4" name="Affirmative immediate-danger phrase">
            <a:extLst xmlns:a="http://schemas.openxmlformats.org/drawingml/2006/main">
              <a:ext uri="{FF2B5EF4-FFF2-40B4-BE49-F238E27FC236}">
                <a16:creationId xmlns:a16="http://schemas.microsoft.com/office/drawing/2014/main" id="{CE40F373-ABBD-4A1F-AA6D-12D1D0E28DFA}"/>
              </a:ext>
            </a:extLst>
          </p:cNvPr>
          <p:cNvSpPr>
            <a:spLocks xmlns:a="http://schemas.openxmlformats.org/drawingml/2006/main" noGrp="1"/>
          </p:cNvSpPr>
          <p:nvPr/>
        </p:nvSpPr>
        <p:spPr>
          <a:xfrm xmlns:a="http://schemas.openxmlformats.org/drawingml/2006/main">
            <a:off x="2857500" y="1743075"/>
            <a:ext cx="8743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7222A"/>
                </a:solidFill>
                <a:latin typeface="Avenir Next"/>
                <a:ea typeface="Avenir Next"/>
                <a:cs typeface="Avenir Next"/>
              </a:defRPr>
            </a:defPPr>
            <a:lvl1pPr algn="l">
              <a:defRPr sz="2325" b="0">
                <a:solidFill>
                  <a:srgbClr val="17222A"/>
                </a:solidFill>
                <a:latin typeface="Avenir Next"/>
                <a:ea typeface="Avenir Next"/>
                <a:cs typeface="Avenir Next"/>
              </a:defRPr>
            </a:lvl1pPr>
            <a:lvl2pPr algn="l">
              <a:defRPr sz="2325" b="0">
                <a:solidFill>
                  <a:srgbClr val="17222A"/>
                </a:solidFill>
                <a:latin typeface="Avenir Next"/>
                <a:ea typeface="Avenir Next"/>
                <a:cs typeface="Avenir Next"/>
              </a:defRPr>
            </a:lvl2pPr>
            <a:lvl3pPr algn="l">
              <a:defRPr sz="2325" b="0">
                <a:solidFill>
                  <a:srgbClr val="17222A"/>
                </a:solidFill>
                <a:latin typeface="Avenir Next"/>
                <a:ea typeface="Avenir Next"/>
                <a:cs typeface="Avenir Next"/>
              </a:defRPr>
            </a:lvl3pPr>
            <a:lvl4pPr algn="l">
              <a:defRPr sz="2325" b="0">
                <a:solidFill>
                  <a:srgbClr val="17222A"/>
                </a:solidFill>
                <a:latin typeface="Avenir Next"/>
                <a:ea typeface="Avenir Next"/>
                <a:cs typeface="Avenir Next"/>
              </a:defRPr>
            </a:lvl4pPr>
            <a:lvl5pPr algn="l">
              <a:defRPr sz="2325" b="0">
                <a:solidFill>
                  <a:srgbClr val="17222A"/>
                </a:solidFill>
                <a:latin typeface="Avenir Next"/>
                <a:ea typeface="Avenir Next"/>
                <a:cs typeface="Avenir Next"/>
              </a:defRPr>
            </a:lvl5pPr>
            <a:lvl6pPr algn="l">
              <a:defRPr sz="2325" b="0">
                <a:solidFill>
                  <a:srgbClr val="17222A"/>
                </a:solidFill>
                <a:latin typeface="Avenir Next"/>
                <a:ea typeface="Avenir Next"/>
                <a:cs typeface="Avenir Next"/>
              </a:defRPr>
            </a:lvl6pPr>
            <a:lvl7pPr algn="l">
              <a:defRPr sz="2325" b="0">
                <a:solidFill>
                  <a:srgbClr val="17222A"/>
                </a:solidFill>
                <a:latin typeface="Avenir Next"/>
                <a:ea typeface="Avenir Next"/>
                <a:cs typeface="Avenir Next"/>
              </a:defRPr>
            </a:lvl7pPr>
            <a:lvl8pPr algn="l">
              <a:defRPr sz="2325" b="0">
                <a:solidFill>
                  <a:srgbClr val="17222A"/>
                </a:solidFill>
                <a:latin typeface="Avenir Next"/>
                <a:ea typeface="Avenir Next"/>
                <a:cs typeface="Avenir Next"/>
              </a:defRPr>
            </a:lvl8pPr>
            <a:lvl9pPr algn="l">
              <a:defRPr sz="2325" b="0">
                <a:solidFill>
                  <a:srgbClr val="17222A"/>
                </a:solidFill>
                <a:latin typeface="Avenir Next"/>
                <a:ea typeface="Avenir Next"/>
                <a:cs typeface="Avenir Next"/>
              </a:defRPr>
            </a:lvl9pPr>
          </a:lstStyle>
          <a:p xmlns:a="http://schemas.openxmlformats.org/drawingml/2006/main">
            <a:pPr algn="l">
              <a:defRPr sz="2325" b="0">
                <a:solidFill>
                  <a:srgbClr val="17222A"/>
                </a:solidFill>
                <a:latin typeface="Avenir Next"/>
                <a:ea typeface="Avenir Next"/>
                <a:cs typeface="Avenir Next"/>
              </a:defRPr>
            </a:pPr>
            <a:r>
              <a:rPr sz="2325" b="0">
                <a:solidFill>
                  <a:srgbClr val="17222A"/>
                </a:solidFill>
                <a:latin typeface="Avenir Next"/>
                <a:ea typeface="Avenir Next"/>
                <a:cs typeface="Avenir Next"/>
              </a:rPr>
              <a:t>Affirmative immediate-danger phrase</a:t>
            </a:r>
          </a:p>
        </p:txBody>
      </p:sp>
      <p:sp>
        <p:nvSpPr>
          <p:cNvPr id="5" name="P1">
            <a:extLst xmlns:a="http://schemas.openxmlformats.org/drawingml/2006/main">
              <a:ext uri="{FF2B5EF4-FFF2-40B4-BE49-F238E27FC236}">
                <a16:creationId xmlns:a16="http://schemas.microsoft.com/office/drawing/2014/main" id="{81C9FC63-4B6B-44F3-B25D-DEC0E3BA16EE}"/>
              </a:ext>
            </a:extLst>
          </p:cNvPr>
          <p:cNvSpPr>
            <a:spLocks xmlns:a="http://schemas.openxmlformats.org/drawingml/2006/main" noGrp="1"/>
          </p:cNvSpPr>
          <p:nvPr/>
        </p:nvSpPr>
        <p:spPr>
          <a:xfrm xmlns:a="http://schemas.openxmlformats.org/drawingml/2006/main">
            <a:off x="533400" y="270510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550" b="1">
                <a:solidFill>
                  <a:srgbClr val="FF6429"/>
                </a:solidFill>
                <a:latin typeface="Avenir Next"/>
                <a:ea typeface="Avenir Next"/>
                <a:cs typeface="Avenir Next"/>
              </a:defRPr>
            </a:defPPr>
            <a:lvl1pPr algn="l">
              <a:defRPr sz="5550" b="1">
                <a:solidFill>
                  <a:srgbClr val="FF6429"/>
                </a:solidFill>
                <a:latin typeface="Avenir Next"/>
                <a:ea typeface="Avenir Next"/>
                <a:cs typeface="Avenir Next"/>
              </a:defRPr>
            </a:lvl1pPr>
            <a:lvl2pPr algn="l">
              <a:defRPr sz="5550" b="1">
                <a:solidFill>
                  <a:srgbClr val="FF6429"/>
                </a:solidFill>
                <a:latin typeface="Avenir Next"/>
                <a:ea typeface="Avenir Next"/>
                <a:cs typeface="Avenir Next"/>
              </a:defRPr>
            </a:lvl2pPr>
            <a:lvl3pPr algn="l">
              <a:defRPr sz="5550" b="1">
                <a:solidFill>
                  <a:srgbClr val="FF6429"/>
                </a:solidFill>
                <a:latin typeface="Avenir Next"/>
                <a:ea typeface="Avenir Next"/>
                <a:cs typeface="Avenir Next"/>
              </a:defRPr>
            </a:lvl3pPr>
            <a:lvl4pPr algn="l">
              <a:defRPr sz="5550" b="1">
                <a:solidFill>
                  <a:srgbClr val="FF6429"/>
                </a:solidFill>
                <a:latin typeface="Avenir Next"/>
                <a:ea typeface="Avenir Next"/>
                <a:cs typeface="Avenir Next"/>
              </a:defRPr>
            </a:lvl4pPr>
            <a:lvl5pPr algn="l">
              <a:defRPr sz="5550" b="1">
                <a:solidFill>
                  <a:srgbClr val="FF6429"/>
                </a:solidFill>
                <a:latin typeface="Avenir Next"/>
                <a:ea typeface="Avenir Next"/>
                <a:cs typeface="Avenir Next"/>
              </a:defRPr>
            </a:lvl5pPr>
            <a:lvl6pPr algn="l">
              <a:defRPr sz="5550" b="1">
                <a:solidFill>
                  <a:srgbClr val="FF6429"/>
                </a:solidFill>
                <a:latin typeface="Avenir Next"/>
                <a:ea typeface="Avenir Next"/>
                <a:cs typeface="Avenir Next"/>
              </a:defRPr>
            </a:lvl6pPr>
            <a:lvl7pPr algn="l">
              <a:defRPr sz="5550" b="1">
                <a:solidFill>
                  <a:srgbClr val="FF6429"/>
                </a:solidFill>
                <a:latin typeface="Avenir Next"/>
                <a:ea typeface="Avenir Next"/>
                <a:cs typeface="Avenir Next"/>
              </a:defRPr>
            </a:lvl7pPr>
            <a:lvl8pPr algn="l">
              <a:defRPr sz="5550" b="1">
                <a:solidFill>
                  <a:srgbClr val="FF6429"/>
                </a:solidFill>
                <a:latin typeface="Avenir Next"/>
                <a:ea typeface="Avenir Next"/>
                <a:cs typeface="Avenir Next"/>
              </a:defRPr>
            </a:lvl8pPr>
            <a:lvl9pPr algn="l">
              <a:defRPr sz="5550" b="1">
                <a:solidFill>
                  <a:srgbClr val="FF6429"/>
                </a:solidFill>
                <a:latin typeface="Avenir Next"/>
                <a:ea typeface="Avenir Next"/>
                <a:cs typeface="Avenir Next"/>
              </a:defRPr>
            </a:lvl9pPr>
          </a:lstStyle>
          <a:p xmlns:a="http://schemas.openxmlformats.org/drawingml/2006/main">
            <a:pPr algn="l">
              <a:defRPr sz="5550" b="1">
                <a:solidFill>
                  <a:srgbClr val="FF6429"/>
                </a:solidFill>
                <a:latin typeface="Avenir Next"/>
                <a:ea typeface="Avenir Next"/>
                <a:cs typeface="Avenir Next"/>
              </a:defRPr>
            </a:pPr>
            <a:r>
              <a:rPr sz="5550" b="1">
                <a:solidFill>
                  <a:srgbClr val="FF6429"/>
                </a:solidFill>
                <a:latin typeface="Avenir Next"/>
                <a:ea typeface="Avenir Next"/>
                <a:cs typeface="Avenir Next"/>
              </a:rPr>
              <a:t>P1</a:t>
            </a:r>
          </a:p>
        </p:txBody>
      </p:sp>
      <p:sp>
        <p:nvSpPr>
          <p:cNvPr id="6" name="Blocked exit, medical concern or&#10;vulnerable missing person">
            <a:extLst xmlns:a="http://schemas.openxmlformats.org/drawingml/2006/main">
              <a:ext uri="{FF2B5EF4-FFF2-40B4-BE49-F238E27FC236}">
                <a16:creationId xmlns:a16="http://schemas.microsoft.com/office/drawing/2014/main" id="{523C6D08-9056-4584-A855-EC9453BA1CD0}"/>
              </a:ext>
            </a:extLst>
          </p:cNvPr>
          <p:cNvSpPr>
            <a:spLocks xmlns:a="http://schemas.openxmlformats.org/drawingml/2006/main" noGrp="1"/>
          </p:cNvSpPr>
          <p:nvPr/>
        </p:nvSpPr>
        <p:spPr>
          <a:xfrm xmlns:a="http://schemas.openxmlformats.org/drawingml/2006/main">
            <a:off x="2857500" y="2847975"/>
            <a:ext cx="8743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7222A"/>
                </a:solidFill>
                <a:latin typeface="Avenir Next"/>
                <a:ea typeface="Avenir Next"/>
                <a:cs typeface="Avenir Next"/>
              </a:defRPr>
            </a:defPPr>
            <a:lvl1pPr algn="l">
              <a:defRPr sz="2325" b="0">
                <a:solidFill>
                  <a:srgbClr val="17222A"/>
                </a:solidFill>
                <a:latin typeface="Avenir Next"/>
                <a:ea typeface="Avenir Next"/>
                <a:cs typeface="Avenir Next"/>
              </a:defRPr>
            </a:lvl1pPr>
            <a:lvl2pPr algn="l">
              <a:defRPr sz="2325" b="0">
                <a:solidFill>
                  <a:srgbClr val="17222A"/>
                </a:solidFill>
                <a:latin typeface="Avenir Next"/>
                <a:ea typeface="Avenir Next"/>
                <a:cs typeface="Avenir Next"/>
              </a:defRPr>
            </a:lvl2pPr>
            <a:lvl3pPr algn="l">
              <a:defRPr sz="2325" b="0">
                <a:solidFill>
                  <a:srgbClr val="17222A"/>
                </a:solidFill>
                <a:latin typeface="Avenir Next"/>
                <a:ea typeface="Avenir Next"/>
                <a:cs typeface="Avenir Next"/>
              </a:defRPr>
            </a:lvl3pPr>
            <a:lvl4pPr algn="l">
              <a:defRPr sz="2325" b="0">
                <a:solidFill>
                  <a:srgbClr val="17222A"/>
                </a:solidFill>
                <a:latin typeface="Avenir Next"/>
                <a:ea typeface="Avenir Next"/>
                <a:cs typeface="Avenir Next"/>
              </a:defRPr>
            </a:lvl4pPr>
            <a:lvl5pPr algn="l">
              <a:defRPr sz="2325" b="0">
                <a:solidFill>
                  <a:srgbClr val="17222A"/>
                </a:solidFill>
                <a:latin typeface="Avenir Next"/>
                <a:ea typeface="Avenir Next"/>
                <a:cs typeface="Avenir Next"/>
              </a:defRPr>
            </a:lvl5pPr>
            <a:lvl6pPr algn="l">
              <a:defRPr sz="2325" b="0">
                <a:solidFill>
                  <a:srgbClr val="17222A"/>
                </a:solidFill>
                <a:latin typeface="Avenir Next"/>
                <a:ea typeface="Avenir Next"/>
                <a:cs typeface="Avenir Next"/>
              </a:defRPr>
            </a:lvl6pPr>
            <a:lvl7pPr algn="l">
              <a:defRPr sz="2325" b="0">
                <a:solidFill>
                  <a:srgbClr val="17222A"/>
                </a:solidFill>
                <a:latin typeface="Avenir Next"/>
                <a:ea typeface="Avenir Next"/>
                <a:cs typeface="Avenir Next"/>
              </a:defRPr>
            </a:lvl7pPr>
            <a:lvl8pPr algn="l">
              <a:defRPr sz="2325" b="0">
                <a:solidFill>
                  <a:srgbClr val="17222A"/>
                </a:solidFill>
                <a:latin typeface="Avenir Next"/>
                <a:ea typeface="Avenir Next"/>
                <a:cs typeface="Avenir Next"/>
              </a:defRPr>
            </a:lvl8pPr>
            <a:lvl9pPr algn="l">
              <a:defRPr sz="2325" b="0">
                <a:solidFill>
                  <a:srgbClr val="17222A"/>
                </a:solidFill>
                <a:latin typeface="Avenir Next"/>
                <a:ea typeface="Avenir Next"/>
                <a:cs typeface="Avenir Next"/>
              </a:defRPr>
            </a:lvl9pPr>
          </a:lstStyle>
          <a:p xmlns:a="http://schemas.openxmlformats.org/drawingml/2006/main">
            <a:pPr algn="l">
              <a:defRPr sz="2325" b="0">
                <a:solidFill>
                  <a:srgbClr val="17222A"/>
                </a:solidFill>
                <a:latin typeface="Avenir Next"/>
                <a:ea typeface="Avenir Next"/>
                <a:cs typeface="Avenir Next"/>
              </a:defRPr>
            </a:pPr>
            <a:r>
              <a:rPr sz="2325" b="0">
                <a:solidFill>
                  <a:srgbClr val="17222A"/>
                </a:solidFill>
                <a:latin typeface="Avenir Next"/>
                <a:ea typeface="Avenir Next"/>
                <a:cs typeface="Avenir Next"/>
              </a:rPr>
              <a:t>Blocked exit, medical concern or</a:t>
            </a:r>
          </a:p>
          <a:p xmlns:a="http://schemas.openxmlformats.org/drawingml/2006/main">
            <a:pPr algn="l">
              <a:defRPr sz="2325" b="0">
                <a:solidFill>
                  <a:srgbClr val="17222A"/>
                </a:solidFill>
                <a:latin typeface="Avenir Next"/>
                <a:ea typeface="Avenir Next"/>
                <a:cs typeface="Avenir Next"/>
              </a:defRPr>
            </a:pPr>
            <a:r>
              <a:rPr sz="2325" b="0">
                <a:solidFill>
                  <a:srgbClr val="17222A"/>
                </a:solidFill>
                <a:latin typeface="Avenir Next"/>
                <a:ea typeface="Avenir Next"/>
                <a:cs typeface="Avenir Next"/>
              </a:rPr>
              <a:t>vulnerable missing person</a:t>
            </a:r>
          </a:p>
        </p:txBody>
      </p:sp>
      <p:sp>
        <p:nvSpPr>
          <p:cNvPr id="7" name="P2">
            <a:extLst xmlns:a="http://schemas.openxmlformats.org/drawingml/2006/main">
              <a:ext uri="{FF2B5EF4-FFF2-40B4-BE49-F238E27FC236}">
                <a16:creationId xmlns:a16="http://schemas.microsoft.com/office/drawing/2014/main" id="{E02D4A21-214C-4771-ABAE-7D2E95B602C2}"/>
              </a:ext>
            </a:extLst>
          </p:cNvPr>
          <p:cNvSpPr>
            <a:spLocks xmlns:a="http://schemas.openxmlformats.org/drawingml/2006/main" noGrp="1"/>
          </p:cNvSpPr>
          <p:nvPr/>
        </p:nvSpPr>
        <p:spPr>
          <a:xfrm xmlns:a="http://schemas.openxmlformats.org/drawingml/2006/main">
            <a:off x="533400" y="381000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550" b="1">
                <a:solidFill>
                  <a:srgbClr val="17222A"/>
                </a:solidFill>
                <a:latin typeface="Avenir Next"/>
                <a:ea typeface="Avenir Next"/>
                <a:cs typeface="Avenir Next"/>
              </a:defRPr>
            </a:defPPr>
            <a:lvl1pPr algn="l">
              <a:defRPr sz="5550" b="1">
                <a:solidFill>
                  <a:srgbClr val="17222A"/>
                </a:solidFill>
                <a:latin typeface="Avenir Next"/>
                <a:ea typeface="Avenir Next"/>
                <a:cs typeface="Avenir Next"/>
              </a:defRPr>
            </a:lvl1pPr>
            <a:lvl2pPr algn="l">
              <a:defRPr sz="5550" b="1">
                <a:solidFill>
                  <a:srgbClr val="17222A"/>
                </a:solidFill>
                <a:latin typeface="Avenir Next"/>
                <a:ea typeface="Avenir Next"/>
                <a:cs typeface="Avenir Next"/>
              </a:defRPr>
            </a:lvl2pPr>
            <a:lvl3pPr algn="l">
              <a:defRPr sz="5550" b="1">
                <a:solidFill>
                  <a:srgbClr val="17222A"/>
                </a:solidFill>
                <a:latin typeface="Avenir Next"/>
                <a:ea typeface="Avenir Next"/>
                <a:cs typeface="Avenir Next"/>
              </a:defRPr>
            </a:lvl3pPr>
            <a:lvl4pPr algn="l">
              <a:defRPr sz="5550" b="1">
                <a:solidFill>
                  <a:srgbClr val="17222A"/>
                </a:solidFill>
                <a:latin typeface="Avenir Next"/>
                <a:ea typeface="Avenir Next"/>
                <a:cs typeface="Avenir Next"/>
              </a:defRPr>
            </a:lvl4pPr>
            <a:lvl5pPr algn="l">
              <a:defRPr sz="5550" b="1">
                <a:solidFill>
                  <a:srgbClr val="17222A"/>
                </a:solidFill>
                <a:latin typeface="Avenir Next"/>
                <a:ea typeface="Avenir Next"/>
                <a:cs typeface="Avenir Next"/>
              </a:defRPr>
            </a:lvl5pPr>
            <a:lvl6pPr algn="l">
              <a:defRPr sz="5550" b="1">
                <a:solidFill>
                  <a:srgbClr val="17222A"/>
                </a:solidFill>
                <a:latin typeface="Avenir Next"/>
                <a:ea typeface="Avenir Next"/>
                <a:cs typeface="Avenir Next"/>
              </a:defRPr>
            </a:lvl6pPr>
            <a:lvl7pPr algn="l">
              <a:defRPr sz="5550" b="1">
                <a:solidFill>
                  <a:srgbClr val="17222A"/>
                </a:solidFill>
                <a:latin typeface="Avenir Next"/>
                <a:ea typeface="Avenir Next"/>
                <a:cs typeface="Avenir Next"/>
              </a:defRPr>
            </a:lvl7pPr>
            <a:lvl8pPr algn="l">
              <a:defRPr sz="5550" b="1">
                <a:solidFill>
                  <a:srgbClr val="17222A"/>
                </a:solidFill>
                <a:latin typeface="Avenir Next"/>
                <a:ea typeface="Avenir Next"/>
                <a:cs typeface="Avenir Next"/>
              </a:defRPr>
            </a:lvl8pPr>
            <a:lvl9pPr algn="l">
              <a:defRPr sz="5550" b="1">
                <a:solidFill>
                  <a:srgbClr val="17222A"/>
                </a:solidFill>
                <a:latin typeface="Avenir Next"/>
                <a:ea typeface="Avenir Next"/>
                <a:cs typeface="Avenir Next"/>
              </a:defRPr>
            </a:lvl9pPr>
          </a:lstStyle>
          <a:p xmlns:a="http://schemas.openxmlformats.org/drawingml/2006/main">
            <a:pPr algn="l">
              <a:defRPr sz="5550" b="1">
                <a:solidFill>
                  <a:srgbClr val="17222A"/>
                </a:solidFill>
                <a:latin typeface="Avenir Next"/>
                <a:ea typeface="Avenir Next"/>
                <a:cs typeface="Avenir Next"/>
              </a:defRPr>
            </a:pPr>
            <a:r>
              <a:rPr sz="5550" b="1">
                <a:solidFill>
                  <a:srgbClr val="17222A"/>
                </a:solidFill>
                <a:latin typeface="Avenir Next"/>
                <a:ea typeface="Avenir Next"/>
                <a:cs typeface="Avenir Next"/>
              </a:rPr>
              <a:t>P2</a:t>
            </a:r>
          </a:p>
        </p:txBody>
      </p:sp>
      <p:sp>
        <p:nvSpPr>
          <p:cNvPr id="8" name="Facility issue with a supplied zone">
            <a:extLst xmlns:a="http://schemas.openxmlformats.org/drawingml/2006/main">
              <a:ext uri="{FF2B5EF4-FFF2-40B4-BE49-F238E27FC236}">
                <a16:creationId xmlns:a16="http://schemas.microsoft.com/office/drawing/2014/main" id="{70A301CE-5BC2-4FD3-B8B9-2467AFDD18DB}"/>
              </a:ext>
            </a:extLst>
          </p:cNvPr>
          <p:cNvSpPr>
            <a:spLocks xmlns:a="http://schemas.openxmlformats.org/drawingml/2006/main" noGrp="1"/>
          </p:cNvSpPr>
          <p:nvPr/>
        </p:nvSpPr>
        <p:spPr>
          <a:xfrm xmlns:a="http://schemas.openxmlformats.org/drawingml/2006/main">
            <a:off x="2857500" y="3952875"/>
            <a:ext cx="8743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7222A"/>
                </a:solidFill>
                <a:latin typeface="Avenir Next"/>
                <a:ea typeface="Avenir Next"/>
                <a:cs typeface="Avenir Next"/>
              </a:defRPr>
            </a:defPPr>
            <a:lvl1pPr algn="l">
              <a:defRPr sz="2325" b="0">
                <a:solidFill>
                  <a:srgbClr val="17222A"/>
                </a:solidFill>
                <a:latin typeface="Avenir Next"/>
                <a:ea typeface="Avenir Next"/>
                <a:cs typeface="Avenir Next"/>
              </a:defRPr>
            </a:lvl1pPr>
            <a:lvl2pPr algn="l">
              <a:defRPr sz="2325" b="0">
                <a:solidFill>
                  <a:srgbClr val="17222A"/>
                </a:solidFill>
                <a:latin typeface="Avenir Next"/>
                <a:ea typeface="Avenir Next"/>
                <a:cs typeface="Avenir Next"/>
              </a:defRPr>
            </a:lvl2pPr>
            <a:lvl3pPr algn="l">
              <a:defRPr sz="2325" b="0">
                <a:solidFill>
                  <a:srgbClr val="17222A"/>
                </a:solidFill>
                <a:latin typeface="Avenir Next"/>
                <a:ea typeface="Avenir Next"/>
                <a:cs typeface="Avenir Next"/>
              </a:defRPr>
            </a:lvl3pPr>
            <a:lvl4pPr algn="l">
              <a:defRPr sz="2325" b="0">
                <a:solidFill>
                  <a:srgbClr val="17222A"/>
                </a:solidFill>
                <a:latin typeface="Avenir Next"/>
                <a:ea typeface="Avenir Next"/>
                <a:cs typeface="Avenir Next"/>
              </a:defRPr>
            </a:lvl4pPr>
            <a:lvl5pPr algn="l">
              <a:defRPr sz="2325" b="0">
                <a:solidFill>
                  <a:srgbClr val="17222A"/>
                </a:solidFill>
                <a:latin typeface="Avenir Next"/>
                <a:ea typeface="Avenir Next"/>
                <a:cs typeface="Avenir Next"/>
              </a:defRPr>
            </a:lvl5pPr>
            <a:lvl6pPr algn="l">
              <a:defRPr sz="2325" b="0">
                <a:solidFill>
                  <a:srgbClr val="17222A"/>
                </a:solidFill>
                <a:latin typeface="Avenir Next"/>
                <a:ea typeface="Avenir Next"/>
                <a:cs typeface="Avenir Next"/>
              </a:defRPr>
            </a:lvl6pPr>
            <a:lvl7pPr algn="l">
              <a:defRPr sz="2325" b="0">
                <a:solidFill>
                  <a:srgbClr val="17222A"/>
                </a:solidFill>
                <a:latin typeface="Avenir Next"/>
                <a:ea typeface="Avenir Next"/>
                <a:cs typeface="Avenir Next"/>
              </a:defRPr>
            </a:lvl7pPr>
            <a:lvl8pPr algn="l">
              <a:defRPr sz="2325" b="0">
                <a:solidFill>
                  <a:srgbClr val="17222A"/>
                </a:solidFill>
                <a:latin typeface="Avenir Next"/>
                <a:ea typeface="Avenir Next"/>
                <a:cs typeface="Avenir Next"/>
              </a:defRPr>
            </a:lvl8pPr>
            <a:lvl9pPr algn="l">
              <a:defRPr sz="2325" b="0">
                <a:solidFill>
                  <a:srgbClr val="17222A"/>
                </a:solidFill>
                <a:latin typeface="Avenir Next"/>
                <a:ea typeface="Avenir Next"/>
                <a:cs typeface="Avenir Next"/>
              </a:defRPr>
            </a:lvl9pPr>
          </a:lstStyle>
          <a:p xmlns:a="http://schemas.openxmlformats.org/drawingml/2006/main">
            <a:pPr algn="l">
              <a:defRPr sz="2325" b="0">
                <a:solidFill>
                  <a:srgbClr val="17222A"/>
                </a:solidFill>
                <a:latin typeface="Avenir Next"/>
                <a:ea typeface="Avenir Next"/>
                <a:cs typeface="Avenir Next"/>
              </a:defRPr>
            </a:pPr>
            <a:r>
              <a:rPr sz="2325" b="0">
                <a:solidFill>
                  <a:srgbClr val="17222A"/>
                </a:solidFill>
                <a:latin typeface="Avenir Next"/>
                <a:ea typeface="Avenir Next"/>
                <a:cs typeface="Avenir Next"/>
              </a:rPr>
              <a:t>Facility issue with a supplied zone</a:t>
            </a:r>
          </a:p>
        </p:txBody>
      </p:sp>
      <p:sp>
        <p:nvSpPr>
          <p:cNvPr id="9" name="?">
            <a:extLst xmlns:a="http://schemas.openxmlformats.org/drawingml/2006/main">
              <a:ext uri="{FF2B5EF4-FFF2-40B4-BE49-F238E27FC236}">
                <a16:creationId xmlns:a16="http://schemas.microsoft.com/office/drawing/2014/main" id="{B3D35352-0483-4B8B-A33A-E90DC9838689}"/>
              </a:ext>
            </a:extLst>
          </p:cNvPr>
          <p:cNvSpPr>
            <a:spLocks xmlns:a="http://schemas.openxmlformats.org/drawingml/2006/main" noGrp="1"/>
          </p:cNvSpPr>
          <p:nvPr/>
        </p:nvSpPr>
        <p:spPr>
          <a:xfrm xmlns:a="http://schemas.openxmlformats.org/drawingml/2006/main">
            <a:off x="533400" y="4914900"/>
            <a:ext cx="190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550" b="1">
                <a:solidFill>
                  <a:srgbClr val="687A86"/>
                </a:solidFill>
                <a:latin typeface="Avenir Next"/>
                <a:ea typeface="Avenir Next"/>
                <a:cs typeface="Avenir Next"/>
              </a:defRPr>
            </a:defPPr>
            <a:lvl1pPr algn="l">
              <a:defRPr sz="5550" b="1">
                <a:solidFill>
                  <a:srgbClr val="687A86"/>
                </a:solidFill>
                <a:latin typeface="Avenir Next"/>
                <a:ea typeface="Avenir Next"/>
                <a:cs typeface="Avenir Next"/>
              </a:defRPr>
            </a:lvl1pPr>
            <a:lvl2pPr algn="l">
              <a:defRPr sz="5550" b="1">
                <a:solidFill>
                  <a:srgbClr val="687A86"/>
                </a:solidFill>
                <a:latin typeface="Avenir Next"/>
                <a:ea typeface="Avenir Next"/>
                <a:cs typeface="Avenir Next"/>
              </a:defRPr>
            </a:lvl2pPr>
            <a:lvl3pPr algn="l">
              <a:defRPr sz="5550" b="1">
                <a:solidFill>
                  <a:srgbClr val="687A86"/>
                </a:solidFill>
                <a:latin typeface="Avenir Next"/>
                <a:ea typeface="Avenir Next"/>
                <a:cs typeface="Avenir Next"/>
              </a:defRPr>
            </a:lvl3pPr>
            <a:lvl4pPr algn="l">
              <a:defRPr sz="5550" b="1">
                <a:solidFill>
                  <a:srgbClr val="687A86"/>
                </a:solidFill>
                <a:latin typeface="Avenir Next"/>
                <a:ea typeface="Avenir Next"/>
                <a:cs typeface="Avenir Next"/>
              </a:defRPr>
            </a:lvl4pPr>
            <a:lvl5pPr algn="l">
              <a:defRPr sz="5550" b="1">
                <a:solidFill>
                  <a:srgbClr val="687A86"/>
                </a:solidFill>
                <a:latin typeface="Avenir Next"/>
                <a:ea typeface="Avenir Next"/>
                <a:cs typeface="Avenir Next"/>
              </a:defRPr>
            </a:lvl5pPr>
            <a:lvl6pPr algn="l">
              <a:defRPr sz="5550" b="1">
                <a:solidFill>
                  <a:srgbClr val="687A86"/>
                </a:solidFill>
                <a:latin typeface="Avenir Next"/>
                <a:ea typeface="Avenir Next"/>
                <a:cs typeface="Avenir Next"/>
              </a:defRPr>
            </a:lvl6pPr>
            <a:lvl7pPr algn="l">
              <a:defRPr sz="5550" b="1">
                <a:solidFill>
                  <a:srgbClr val="687A86"/>
                </a:solidFill>
                <a:latin typeface="Avenir Next"/>
                <a:ea typeface="Avenir Next"/>
                <a:cs typeface="Avenir Next"/>
              </a:defRPr>
            </a:lvl7pPr>
            <a:lvl8pPr algn="l">
              <a:defRPr sz="5550" b="1">
                <a:solidFill>
                  <a:srgbClr val="687A86"/>
                </a:solidFill>
                <a:latin typeface="Avenir Next"/>
                <a:ea typeface="Avenir Next"/>
                <a:cs typeface="Avenir Next"/>
              </a:defRPr>
            </a:lvl8pPr>
            <a:lvl9pPr algn="l">
              <a:defRPr sz="5550" b="1">
                <a:solidFill>
                  <a:srgbClr val="687A86"/>
                </a:solidFill>
                <a:latin typeface="Avenir Next"/>
                <a:ea typeface="Avenir Next"/>
                <a:cs typeface="Avenir Next"/>
              </a:defRPr>
            </a:lvl9pPr>
          </a:lstStyle>
          <a:p xmlns:a="http://schemas.openxmlformats.org/drawingml/2006/main">
            <a:pPr algn="l">
              <a:defRPr sz="5550" b="1">
                <a:solidFill>
                  <a:srgbClr val="687A86"/>
                </a:solidFill>
                <a:latin typeface="Avenir Next"/>
                <a:ea typeface="Avenir Next"/>
                <a:cs typeface="Avenir Next"/>
              </a:defRPr>
            </a:pPr>
            <a:r>
              <a:rPr sz="5550" b="1">
                <a:solidFill>
                  <a:srgbClr val="687A86"/>
                </a:solidFill>
                <a:latin typeface="Avenir Next"/>
                <a:ea typeface="Avenir Next"/>
                <a:cs typeface="Avenir Next"/>
              </a:rPr>
              <a:t>?</a:t>
            </a:r>
          </a:p>
        </p:txBody>
      </p:sp>
      <p:sp>
        <p:nvSpPr>
          <p:cNvPr id="10" name="Insufficient supported information">
            <a:extLst xmlns:a="http://schemas.openxmlformats.org/drawingml/2006/main">
              <a:ext uri="{FF2B5EF4-FFF2-40B4-BE49-F238E27FC236}">
                <a16:creationId xmlns:a16="http://schemas.microsoft.com/office/drawing/2014/main" id="{A0F29A39-77CF-40B8-801C-B6C784744E01}"/>
              </a:ext>
            </a:extLst>
          </p:cNvPr>
          <p:cNvSpPr>
            <a:spLocks xmlns:a="http://schemas.openxmlformats.org/drawingml/2006/main" noGrp="1"/>
          </p:cNvSpPr>
          <p:nvPr/>
        </p:nvSpPr>
        <p:spPr>
          <a:xfrm xmlns:a="http://schemas.openxmlformats.org/drawingml/2006/main">
            <a:off x="2857500" y="5057775"/>
            <a:ext cx="8743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7222A"/>
                </a:solidFill>
                <a:latin typeface="Avenir Next"/>
                <a:ea typeface="Avenir Next"/>
                <a:cs typeface="Avenir Next"/>
              </a:defRPr>
            </a:defPPr>
            <a:lvl1pPr algn="l">
              <a:defRPr sz="2325" b="0">
                <a:solidFill>
                  <a:srgbClr val="17222A"/>
                </a:solidFill>
                <a:latin typeface="Avenir Next"/>
                <a:ea typeface="Avenir Next"/>
                <a:cs typeface="Avenir Next"/>
              </a:defRPr>
            </a:lvl1pPr>
            <a:lvl2pPr algn="l">
              <a:defRPr sz="2325" b="0">
                <a:solidFill>
                  <a:srgbClr val="17222A"/>
                </a:solidFill>
                <a:latin typeface="Avenir Next"/>
                <a:ea typeface="Avenir Next"/>
                <a:cs typeface="Avenir Next"/>
              </a:defRPr>
            </a:lvl2pPr>
            <a:lvl3pPr algn="l">
              <a:defRPr sz="2325" b="0">
                <a:solidFill>
                  <a:srgbClr val="17222A"/>
                </a:solidFill>
                <a:latin typeface="Avenir Next"/>
                <a:ea typeface="Avenir Next"/>
                <a:cs typeface="Avenir Next"/>
              </a:defRPr>
            </a:lvl3pPr>
            <a:lvl4pPr algn="l">
              <a:defRPr sz="2325" b="0">
                <a:solidFill>
                  <a:srgbClr val="17222A"/>
                </a:solidFill>
                <a:latin typeface="Avenir Next"/>
                <a:ea typeface="Avenir Next"/>
                <a:cs typeface="Avenir Next"/>
              </a:defRPr>
            </a:lvl4pPr>
            <a:lvl5pPr algn="l">
              <a:defRPr sz="2325" b="0">
                <a:solidFill>
                  <a:srgbClr val="17222A"/>
                </a:solidFill>
                <a:latin typeface="Avenir Next"/>
                <a:ea typeface="Avenir Next"/>
                <a:cs typeface="Avenir Next"/>
              </a:defRPr>
            </a:lvl5pPr>
            <a:lvl6pPr algn="l">
              <a:defRPr sz="2325" b="0">
                <a:solidFill>
                  <a:srgbClr val="17222A"/>
                </a:solidFill>
                <a:latin typeface="Avenir Next"/>
                <a:ea typeface="Avenir Next"/>
                <a:cs typeface="Avenir Next"/>
              </a:defRPr>
            </a:lvl6pPr>
            <a:lvl7pPr algn="l">
              <a:defRPr sz="2325" b="0">
                <a:solidFill>
                  <a:srgbClr val="17222A"/>
                </a:solidFill>
                <a:latin typeface="Avenir Next"/>
                <a:ea typeface="Avenir Next"/>
                <a:cs typeface="Avenir Next"/>
              </a:defRPr>
            </a:lvl7pPr>
            <a:lvl8pPr algn="l">
              <a:defRPr sz="2325" b="0">
                <a:solidFill>
                  <a:srgbClr val="17222A"/>
                </a:solidFill>
                <a:latin typeface="Avenir Next"/>
                <a:ea typeface="Avenir Next"/>
                <a:cs typeface="Avenir Next"/>
              </a:defRPr>
            </a:lvl8pPr>
            <a:lvl9pPr algn="l">
              <a:defRPr sz="2325" b="0">
                <a:solidFill>
                  <a:srgbClr val="17222A"/>
                </a:solidFill>
                <a:latin typeface="Avenir Next"/>
                <a:ea typeface="Avenir Next"/>
                <a:cs typeface="Avenir Next"/>
              </a:defRPr>
            </a:lvl9pPr>
          </a:lstStyle>
          <a:p xmlns:a="http://schemas.openxmlformats.org/drawingml/2006/main">
            <a:pPr algn="l">
              <a:defRPr sz="2325" b="0">
                <a:solidFill>
                  <a:srgbClr val="17222A"/>
                </a:solidFill>
                <a:latin typeface="Avenir Next"/>
                <a:ea typeface="Avenir Next"/>
                <a:cs typeface="Avenir Next"/>
              </a:defRPr>
            </a:pPr>
            <a:r>
              <a:rPr sz="2325" b="0">
                <a:solidFill>
                  <a:srgbClr val="17222A"/>
                </a:solidFill>
                <a:latin typeface="Avenir Next"/>
                <a:ea typeface="Avenir Next"/>
                <a:cs typeface="Avenir Next"/>
              </a:rPr>
              <a:t>Insufficient supported information</a:t>
            </a:r>
          </a:p>
        </p:txBody>
      </p:sp>
      <p:sp>
        <p:nvSpPr>
          <p:cNvPr id="11" name="Unassessed">
            <a:extLst xmlns:a="http://schemas.openxmlformats.org/drawingml/2006/main">
              <a:ext uri="{FF2B5EF4-FFF2-40B4-BE49-F238E27FC236}">
                <a16:creationId xmlns:a16="http://schemas.microsoft.com/office/drawing/2014/main" id="{F7FDEBDC-53E4-467F-8694-A79A4B8CEA41}"/>
              </a:ext>
            </a:extLst>
          </p:cNvPr>
          <p:cNvSpPr>
            <a:spLocks xmlns:a="http://schemas.openxmlformats.org/drawingml/2006/main" noGrp="1"/>
          </p:cNvSpPr>
          <p:nvPr/>
        </p:nvSpPr>
        <p:spPr>
          <a:xfrm xmlns:a="http://schemas.openxmlformats.org/drawingml/2006/main">
            <a:off x="533400" y="5762625"/>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7A86"/>
                </a:solidFill>
                <a:latin typeface="Avenir Next"/>
                <a:ea typeface="Avenir Next"/>
                <a:cs typeface="Avenir Next"/>
              </a:defRPr>
            </a:defPPr>
            <a:lvl1pPr algn="l">
              <a:defRPr sz="1725" b="0">
                <a:solidFill>
                  <a:srgbClr val="687A86"/>
                </a:solidFill>
                <a:latin typeface="Avenir Next"/>
                <a:ea typeface="Avenir Next"/>
                <a:cs typeface="Avenir Next"/>
              </a:defRPr>
            </a:lvl1pPr>
            <a:lvl2pPr algn="l">
              <a:defRPr sz="1725" b="0">
                <a:solidFill>
                  <a:srgbClr val="687A86"/>
                </a:solidFill>
                <a:latin typeface="Avenir Next"/>
                <a:ea typeface="Avenir Next"/>
                <a:cs typeface="Avenir Next"/>
              </a:defRPr>
            </a:lvl2pPr>
            <a:lvl3pPr algn="l">
              <a:defRPr sz="1725" b="0">
                <a:solidFill>
                  <a:srgbClr val="687A86"/>
                </a:solidFill>
                <a:latin typeface="Avenir Next"/>
                <a:ea typeface="Avenir Next"/>
                <a:cs typeface="Avenir Next"/>
              </a:defRPr>
            </a:lvl3pPr>
            <a:lvl4pPr algn="l">
              <a:defRPr sz="1725" b="0">
                <a:solidFill>
                  <a:srgbClr val="687A86"/>
                </a:solidFill>
                <a:latin typeface="Avenir Next"/>
                <a:ea typeface="Avenir Next"/>
                <a:cs typeface="Avenir Next"/>
              </a:defRPr>
            </a:lvl4pPr>
            <a:lvl5pPr algn="l">
              <a:defRPr sz="1725" b="0">
                <a:solidFill>
                  <a:srgbClr val="687A86"/>
                </a:solidFill>
                <a:latin typeface="Avenir Next"/>
                <a:ea typeface="Avenir Next"/>
                <a:cs typeface="Avenir Next"/>
              </a:defRPr>
            </a:lvl5pPr>
            <a:lvl6pPr algn="l">
              <a:defRPr sz="1725" b="0">
                <a:solidFill>
                  <a:srgbClr val="687A86"/>
                </a:solidFill>
                <a:latin typeface="Avenir Next"/>
                <a:ea typeface="Avenir Next"/>
                <a:cs typeface="Avenir Next"/>
              </a:defRPr>
            </a:lvl6pPr>
            <a:lvl7pPr algn="l">
              <a:defRPr sz="1725" b="0">
                <a:solidFill>
                  <a:srgbClr val="687A86"/>
                </a:solidFill>
                <a:latin typeface="Avenir Next"/>
                <a:ea typeface="Avenir Next"/>
                <a:cs typeface="Avenir Next"/>
              </a:defRPr>
            </a:lvl7pPr>
            <a:lvl8pPr algn="l">
              <a:defRPr sz="1725" b="0">
                <a:solidFill>
                  <a:srgbClr val="687A86"/>
                </a:solidFill>
                <a:latin typeface="Avenir Next"/>
                <a:ea typeface="Avenir Next"/>
                <a:cs typeface="Avenir Next"/>
              </a:defRPr>
            </a:lvl8pPr>
            <a:lvl9pPr algn="l">
              <a:defRPr sz="1725" b="0">
                <a:solidFill>
                  <a:srgbClr val="687A86"/>
                </a:solidFill>
                <a:latin typeface="Avenir Next"/>
                <a:ea typeface="Avenir Next"/>
                <a:cs typeface="Avenir Next"/>
              </a:defRPr>
            </a:lvl9pPr>
          </a:lstStyle>
          <a:p xmlns:a="http://schemas.openxmlformats.org/drawingml/2006/main">
            <a:pPr algn="l">
              <a:defRPr sz="1725" b="0">
                <a:solidFill>
                  <a:srgbClr val="687A86"/>
                </a:solidFill>
                <a:latin typeface="Avenir Next"/>
                <a:ea typeface="Avenir Next"/>
                <a:cs typeface="Avenir Next"/>
              </a:defRPr>
            </a:pPr>
            <a:r>
              <a:rPr sz="1725" b="0">
                <a:solidFill>
                  <a:srgbClr val="687A86"/>
                </a:solidFill>
                <a:latin typeface="Avenir Next"/>
                <a:ea typeface="Avenir Next"/>
                <a:cs typeface="Avenir Next"/>
              </a:rPr>
              <a:t>Unassessed</a:t>
            </a:r>
          </a:p>
        </p:txBody>
      </p:sp>
      <p:sp>
        <p:nvSpPr>
          <p:cNvPr id="12" name="The source phrase stays visible beside the priority suggestion.">
            <a:extLst xmlns:a="http://schemas.openxmlformats.org/drawingml/2006/main">
              <a:ext uri="{FF2B5EF4-FFF2-40B4-BE49-F238E27FC236}">
                <a16:creationId xmlns:a16="http://schemas.microsoft.com/office/drawing/2014/main" id="{E051EC6F-262C-4A6A-96ED-0DE46ABAFE5E}"/>
              </a:ext>
            </a:extLst>
          </p:cNvPr>
          <p:cNvSpPr>
            <a:spLocks xmlns:a="http://schemas.openxmlformats.org/drawingml/2006/main" noGrp="1"/>
          </p:cNvSpPr>
          <p:nvPr/>
        </p:nvSpPr>
        <p:spPr>
          <a:xfrm xmlns:a="http://schemas.openxmlformats.org/drawingml/2006/main">
            <a:off x="2857500" y="6257925"/>
            <a:ext cx="872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7A86"/>
                </a:solidFill>
                <a:latin typeface="Avenir Next"/>
                <a:ea typeface="Avenir Next"/>
                <a:cs typeface="Avenir Next"/>
              </a:defRPr>
            </a:defPPr>
            <a:lvl1pPr algn="l">
              <a:defRPr sz="1725" b="0">
                <a:solidFill>
                  <a:srgbClr val="687A86"/>
                </a:solidFill>
                <a:latin typeface="Avenir Next"/>
                <a:ea typeface="Avenir Next"/>
                <a:cs typeface="Avenir Next"/>
              </a:defRPr>
            </a:lvl1pPr>
            <a:lvl2pPr algn="l">
              <a:defRPr sz="1725" b="0">
                <a:solidFill>
                  <a:srgbClr val="687A86"/>
                </a:solidFill>
                <a:latin typeface="Avenir Next"/>
                <a:ea typeface="Avenir Next"/>
                <a:cs typeface="Avenir Next"/>
              </a:defRPr>
            </a:lvl2pPr>
            <a:lvl3pPr algn="l">
              <a:defRPr sz="1725" b="0">
                <a:solidFill>
                  <a:srgbClr val="687A86"/>
                </a:solidFill>
                <a:latin typeface="Avenir Next"/>
                <a:ea typeface="Avenir Next"/>
                <a:cs typeface="Avenir Next"/>
              </a:defRPr>
            </a:lvl3pPr>
            <a:lvl4pPr algn="l">
              <a:defRPr sz="1725" b="0">
                <a:solidFill>
                  <a:srgbClr val="687A86"/>
                </a:solidFill>
                <a:latin typeface="Avenir Next"/>
                <a:ea typeface="Avenir Next"/>
                <a:cs typeface="Avenir Next"/>
              </a:defRPr>
            </a:lvl4pPr>
            <a:lvl5pPr algn="l">
              <a:defRPr sz="1725" b="0">
                <a:solidFill>
                  <a:srgbClr val="687A86"/>
                </a:solidFill>
                <a:latin typeface="Avenir Next"/>
                <a:ea typeface="Avenir Next"/>
                <a:cs typeface="Avenir Next"/>
              </a:defRPr>
            </a:lvl5pPr>
            <a:lvl6pPr algn="l">
              <a:defRPr sz="1725" b="0">
                <a:solidFill>
                  <a:srgbClr val="687A86"/>
                </a:solidFill>
                <a:latin typeface="Avenir Next"/>
                <a:ea typeface="Avenir Next"/>
                <a:cs typeface="Avenir Next"/>
              </a:defRPr>
            </a:lvl6pPr>
            <a:lvl7pPr algn="l">
              <a:defRPr sz="1725" b="0">
                <a:solidFill>
                  <a:srgbClr val="687A86"/>
                </a:solidFill>
                <a:latin typeface="Avenir Next"/>
                <a:ea typeface="Avenir Next"/>
                <a:cs typeface="Avenir Next"/>
              </a:defRPr>
            </a:lvl7pPr>
            <a:lvl8pPr algn="l">
              <a:defRPr sz="1725" b="0">
                <a:solidFill>
                  <a:srgbClr val="687A86"/>
                </a:solidFill>
                <a:latin typeface="Avenir Next"/>
                <a:ea typeface="Avenir Next"/>
                <a:cs typeface="Avenir Next"/>
              </a:defRPr>
            </a:lvl8pPr>
            <a:lvl9pPr algn="l">
              <a:defRPr sz="1725" b="0">
                <a:solidFill>
                  <a:srgbClr val="687A86"/>
                </a:solidFill>
                <a:latin typeface="Avenir Next"/>
                <a:ea typeface="Avenir Next"/>
                <a:cs typeface="Avenir Next"/>
              </a:defRPr>
            </a:lvl9pPr>
          </a:lstStyle>
          <a:p xmlns:a="http://schemas.openxmlformats.org/drawingml/2006/main">
            <a:pPr algn="l">
              <a:defRPr sz="1725" b="0">
                <a:solidFill>
                  <a:srgbClr val="687A86"/>
                </a:solidFill>
                <a:latin typeface="Avenir Next"/>
                <a:ea typeface="Avenir Next"/>
                <a:cs typeface="Avenir Next"/>
              </a:defRPr>
            </a:pPr>
            <a:r>
              <a:rPr sz="1725" b="0">
                <a:solidFill>
                  <a:srgbClr val="687A86"/>
                </a:solidFill>
                <a:latin typeface="Avenir Next"/>
                <a:ea typeface="Avenir Next"/>
                <a:cs typeface="Avenir Next"/>
              </a:rPr>
              <a:t>The source phrase stays visible beside the priority suggestion.</a:t>
            </a:r>
          </a:p>
        </p:txBody>
      </p:sp>
    </p:spTree>
    <p:extLst>
      <p:ext uri="{BB962C8B-B14F-4D97-AF65-F5344CB8AC3E}">
        <p14:creationId xmlns:p14="http://schemas.microsoft.com/office/powerpoint/2010/main" val="399874256"/>
      </p:ext>
    </p:extLst>
  </p:cSld>
</p:sld>
</file>

<file path=ppt/slides/slide7.xml><?xml version="1.0" encoding="utf-8"?>
<p:sld xmlns:p="http://schemas.openxmlformats.org/presentationml/2006/main">
  <p:cSld>
    <p:bg>
      <p:bgPr>
        <a:solidFill xmlns:a="http://schemas.openxmlformats.org/drawingml/2006/main">
          <a:srgbClr val="17222A"/>
        </a:solidFill>
      </p:bgPr>
    </p:bg>
    <p:spTree>
      <p:nvGrpSpPr>
        <p:cNvPr id="1" name=""/>
        <p:cNvGrpSpPr/>
        <p:nvPr/>
      </p:nvGrpSpPr>
      <p:grpSpPr>
        <a:xfrm xmlns:a="http://schemas.openxmlformats.org/drawingml/2006/main"/>
      </p:grpSpPr>
      <p:sp>
        <p:nvSpPr>
          <p:cNvPr id="2" name="Conflicting accounts">
            <a:extLst xmlns:a="http://schemas.openxmlformats.org/drawingml/2006/main">
              <a:ext uri="{FF2B5EF4-FFF2-40B4-BE49-F238E27FC236}">
                <a16:creationId xmlns:a16="http://schemas.microsoft.com/office/drawing/2014/main" id="{62775D44-A285-4B1A-BEFA-A87731F781E3}"/>
              </a:ext>
            </a:extLst>
          </p:cNvPr>
          <p:cNvSpPr>
            <a:spLocks xmlns:a="http://schemas.openxmlformats.org/drawingml/2006/main" noGrp="1"/>
          </p:cNvSpPr>
          <p:nvPr/>
        </p:nvSpPr>
        <p:spPr>
          <a:xfrm xmlns:a="http://schemas.openxmlformats.org/drawingml/2006/main">
            <a:off x="533400" y="3429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75" b="1">
                <a:solidFill>
                  <a:srgbClr val="FFFFFF"/>
                </a:solidFill>
                <a:latin typeface="Avenir Next"/>
                <a:ea typeface="Avenir Next"/>
                <a:cs typeface="Avenir Next"/>
              </a:defRPr>
            </a:defPPr>
            <a:lvl1pPr algn="l">
              <a:defRPr sz="4875" b="1">
                <a:solidFill>
                  <a:srgbClr val="FFFFFF"/>
                </a:solidFill>
                <a:latin typeface="Avenir Next"/>
                <a:ea typeface="Avenir Next"/>
                <a:cs typeface="Avenir Next"/>
              </a:defRPr>
            </a:lvl1pPr>
            <a:lvl2pPr algn="l">
              <a:defRPr sz="4875" b="1">
                <a:solidFill>
                  <a:srgbClr val="FFFFFF"/>
                </a:solidFill>
                <a:latin typeface="Avenir Next"/>
                <a:ea typeface="Avenir Next"/>
                <a:cs typeface="Avenir Next"/>
              </a:defRPr>
            </a:lvl2pPr>
            <a:lvl3pPr algn="l">
              <a:defRPr sz="4875" b="1">
                <a:solidFill>
                  <a:srgbClr val="FFFFFF"/>
                </a:solidFill>
                <a:latin typeface="Avenir Next"/>
                <a:ea typeface="Avenir Next"/>
                <a:cs typeface="Avenir Next"/>
              </a:defRPr>
            </a:lvl3pPr>
            <a:lvl4pPr algn="l">
              <a:defRPr sz="4875" b="1">
                <a:solidFill>
                  <a:srgbClr val="FFFFFF"/>
                </a:solidFill>
                <a:latin typeface="Avenir Next"/>
                <a:ea typeface="Avenir Next"/>
                <a:cs typeface="Avenir Next"/>
              </a:defRPr>
            </a:lvl4pPr>
            <a:lvl5pPr algn="l">
              <a:defRPr sz="4875" b="1">
                <a:solidFill>
                  <a:srgbClr val="FFFFFF"/>
                </a:solidFill>
                <a:latin typeface="Avenir Next"/>
                <a:ea typeface="Avenir Next"/>
                <a:cs typeface="Avenir Next"/>
              </a:defRPr>
            </a:lvl5pPr>
            <a:lvl6pPr algn="l">
              <a:defRPr sz="4875" b="1">
                <a:solidFill>
                  <a:srgbClr val="FFFFFF"/>
                </a:solidFill>
                <a:latin typeface="Avenir Next"/>
                <a:ea typeface="Avenir Next"/>
                <a:cs typeface="Avenir Next"/>
              </a:defRPr>
            </a:lvl6pPr>
            <a:lvl7pPr algn="l">
              <a:defRPr sz="4875" b="1">
                <a:solidFill>
                  <a:srgbClr val="FFFFFF"/>
                </a:solidFill>
                <a:latin typeface="Avenir Next"/>
                <a:ea typeface="Avenir Next"/>
                <a:cs typeface="Avenir Next"/>
              </a:defRPr>
            </a:lvl7pPr>
            <a:lvl8pPr algn="l">
              <a:defRPr sz="4875" b="1">
                <a:solidFill>
                  <a:srgbClr val="FFFFFF"/>
                </a:solidFill>
                <a:latin typeface="Avenir Next"/>
                <a:ea typeface="Avenir Next"/>
                <a:cs typeface="Avenir Next"/>
              </a:defRPr>
            </a:lvl8pPr>
            <a:lvl9pPr algn="l">
              <a:defRPr sz="4875" b="1">
                <a:solidFill>
                  <a:srgbClr val="FFFFFF"/>
                </a:solidFill>
                <a:latin typeface="Avenir Next"/>
                <a:ea typeface="Avenir Next"/>
                <a:cs typeface="Avenir Next"/>
              </a:defRPr>
            </a:lvl9pPr>
          </a:lstStyle>
          <a:p xmlns:a="http://schemas.openxmlformats.org/drawingml/2006/main">
            <a:pPr algn="l">
              <a:defRPr sz="4875" b="1">
                <a:solidFill>
                  <a:srgbClr val="FFFFFF"/>
                </a:solidFill>
                <a:latin typeface="Avenir Next"/>
                <a:ea typeface="Avenir Next"/>
                <a:cs typeface="Avenir Next"/>
              </a:defRPr>
            </a:pPr>
            <a:r>
              <a:rPr sz="4875" b="1">
                <a:solidFill>
                  <a:srgbClr val="FFFFFF"/>
                </a:solidFill>
                <a:latin typeface="Avenir Next"/>
                <a:ea typeface="Avenir Next"/>
                <a:cs typeface="Avenir Next"/>
              </a:rPr>
              <a:t>Conflicting accounts</a:t>
            </a:r>
          </a:p>
        </p:txBody>
      </p:sp>
      <p:sp>
        <p:nvSpPr>
          <p:cNvPr id="3" name="“Blocked”">
            <a:extLst xmlns:a="http://schemas.openxmlformats.org/drawingml/2006/main">
              <a:ext uri="{FF2B5EF4-FFF2-40B4-BE49-F238E27FC236}">
                <a16:creationId xmlns:a16="http://schemas.microsoft.com/office/drawing/2014/main" id="{7943F5BC-9B75-4392-B3AF-A86667DB8722}"/>
              </a:ext>
            </a:extLst>
          </p:cNvPr>
          <p:cNvSpPr>
            <a:spLocks xmlns:a="http://schemas.openxmlformats.org/drawingml/2006/main" noGrp="1"/>
          </p:cNvSpPr>
          <p:nvPr/>
        </p:nvSpPr>
        <p:spPr>
          <a:xfrm xmlns:a="http://schemas.openxmlformats.org/drawingml/2006/main">
            <a:off x="533400" y="1762125"/>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225" b="1">
                <a:solidFill>
                  <a:srgbClr val="FF6429"/>
                </a:solidFill>
                <a:latin typeface="Avenir Next"/>
                <a:ea typeface="Avenir Next"/>
                <a:cs typeface="Avenir Next"/>
              </a:defRPr>
            </a:defPPr>
            <a:lvl1pPr algn="l">
              <a:defRPr sz="6225" b="1">
                <a:solidFill>
                  <a:srgbClr val="FF6429"/>
                </a:solidFill>
                <a:latin typeface="Avenir Next"/>
                <a:ea typeface="Avenir Next"/>
                <a:cs typeface="Avenir Next"/>
              </a:defRPr>
            </a:lvl1pPr>
            <a:lvl2pPr algn="l">
              <a:defRPr sz="6225" b="1">
                <a:solidFill>
                  <a:srgbClr val="FF6429"/>
                </a:solidFill>
                <a:latin typeface="Avenir Next"/>
                <a:ea typeface="Avenir Next"/>
                <a:cs typeface="Avenir Next"/>
              </a:defRPr>
            </a:lvl2pPr>
            <a:lvl3pPr algn="l">
              <a:defRPr sz="6225" b="1">
                <a:solidFill>
                  <a:srgbClr val="FF6429"/>
                </a:solidFill>
                <a:latin typeface="Avenir Next"/>
                <a:ea typeface="Avenir Next"/>
                <a:cs typeface="Avenir Next"/>
              </a:defRPr>
            </a:lvl3pPr>
            <a:lvl4pPr algn="l">
              <a:defRPr sz="6225" b="1">
                <a:solidFill>
                  <a:srgbClr val="FF6429"/>
                </a:solidFill>
                <a:latin typeface="Avenir Next"/>
                <a:ea typeface="Avenir Next"/>
                <a:cs typeface="Avenir Next"/>
              </a:defRPr>
            </a:lvl4pPr>
            <a:lvl5pPr algn="l">
              <a:defRPr sz="6225" b="1">
                <a:solidFill>
                  <a:srgbClr val="FF6429"/>
                </a:solidFill>
                <a:latin typeface="Avenir Next"/>
                <a:ea typeface="Avenir Next"/>
                <a:cs typeface="Avenir Next"/>
              </a:defRPr>
            </a:lvl5pPr>
            <a:lvl6pPr algn="l">
              <a:defRPr sz="6225" b="1">
                <a:solidFill>
                  <a:srgbClr val="FF6429"/>
                </a:solidFill>
                <a:latin typeface="Avenir Next"/>
                <a:ea typeface="Avenir Next"/>
                <a:cs typeface="Avenir Next"/>
              </a:defRPr>
            </a:lvl6pPr>
            <a:lvl7pPr algn="l">
              <a:defRPr sz="6225" b="1">
                <a:solidFill>
                  <a:srgbClr val="FF6429"/>
                </a:solidFill>
                <a:latin typeface="Avenir Next"/>
                <a:ea typeface="Avenir Next"/>
                <a:cs typeface="Avenir Next"/>
              </a:defRPr>
            </a:lvl7pPr>
            <a:lvl8pPr algn="l">
              <a:defRPr sz="6225" b="1">
                <a:solidFill>
                  <a:srgbClr val="FF6429"/>
                </a:solidFill>
                <a:latin typeface="Avenir Next"/>
                <a:ea typeface="Avenir Next"/>
                <a:cs typeface="Avenir Next"/>
              </a:defRPr>
            </a:lvl8pPr>
            <a:lvl9pPr algn="l">
              <a:defRPr sz="6225" b="1">
                <a:solidFill>
                  <a:srgbClr val="FF6429"/>
                </a:solidFill>
                <a:latin typeface="Avenir Next"/>
                <a:ea typeface="Avenir Next"/>
                <a:cs typeface="Avenir Next"/>
              </a:defRPr>
            </a:lvl9pPr>
          </a:lstStyle>
          <a:p xmlns:a="http://schemas.openxmlformats.org/drawingml/2006/main">
            <a:pPr algn="l">
              <a:defRPr sz="6225" b="1">
                <a:solidFill>
                  <a:srgbClr val="FF6429"/>
                </a:solidFill>
                <a:latin typeface="Avenir Next"/>
                <a:ea typeface="Avenir Next"/>
                <a:cs typeface="Avenir Next"/>
              </a:defRPr>
            </a:pPr>
            <a:r>
              <a:rPr sz="6225" b="1">
                <a:solidFill>
                  <a:srgbClr val="FF6429"/>
                </a:solidFill>
                <a:latin typeface="Avenir Next"/>
                <a:ea typeface="Avenir Next"/>
                <a:cs typeface="Avenir Next"/>
              </a:rPr>
              <a:t>“Blocked”</a:t>
            </a:r>
          </a:p>
        </p:txBody>
      </p:sp>
      <p:sp>
        <p:nvSpPr>
          <p:cNvPr id="4" name="“Clear”">
            <a:extLst xmlns:a="http://schemas.openxmlformats.org/drawingml/2006/main">
              <a:ext uri="{FF2B5EF4-FFF2-40B4-BE49-F238E27FC236}">
                <a16:creationId xmlns:a16="http://schemas.microsoft.com/office/drawing/2014/main" id="{CF6FBFBB-5BC9-48DA-8D03-EC33E0438B7F}"/>
              </a:ext>
            </a:extLst>
          </p:cNvPr>
          <p:cNvSpPr>
            <a:spLocks xmlns:a="http://schemas.openxmlformats.org/drawingml/2006/main" noGrp="1"/>
          </p:cNvSpPr>
          <p:nvPr/>
        </p:nvSpPr>
        <p:spPr>
          <a:xfrm xmlns:a="http://schemas.openxmlformats.org/drawingml/2006/main">
            <a:off x="533400" y="3057525"/>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225" b="1">
                <a:solidFill>
                  <a:srgbClr val="FFFFFF"/>
                </a:solidFill>
                <a:latin typeface="Avenir Next"/>
                <a:ea typeface="Avenir Next"/>
                <a:cs typeface="Avenir Next"/>
              </a:defRPr>
            </a:defPPr>
            <a:lvl1pPr algn="l">
              <a:defRPr sz="6225" b="1">
                <a:solidFill>
                  <a:srgbClr val="FFFFFF"/>
                </a:solidFill>
                <a:latin typeface="Avenir Next"/>
                <a:ea typeface="Avenir Next"/>
                <a:cs typeface="Avenir Next"/>
              </a:defRPr>
            </a:lvl1pPr>
            <a:lvl2pPr algn="l">
              <a:defRPr sz="6225" b="1">
                <a:solidFill>
                  <a:srgbClr val="FFFFFF"/>
                </a:solidFill>
                <a:latin typeface="Avenir Next"/>
                <a:ea typeface="Avenir Next"/>
                <a:cs typeface="Avenir Next"/>
              </a:defRPr>
            </a:lvl2pPr>
            <a:lvl3pPr algn="l">
              <a:defRPr sz="6225" b="1">
                <a:solidFill>
                  <a:srgbClr val="FFFFFF"/>
                </a:solidFill>
                <a:latin typeface="Avenir Next"/>
                <a:ea typeface="Avenir Next"/>
                <a:cs typeface="Avenir Next"/>
              </a:defRPr>
            </a:lvl3pPr>
            <a:lvl4pPr algn="l">
              <a:defRPr sz="6225" b="1">
                <a:solidFill>
                  <a:srgbClr val="FFFFFF"/>
                </a:solidFill>
                <a:latin typeface="Avenir Next"/>
                <a:ea typeface="Avenir Next"/>
                <a:cs typeface="Avenir Next"/>
              </a:defRPr>
            </a:lvl4pPr>
            <a:lvl5pPr algn="l">
              <a:defRPr sz="6225" b="1">
                <a:solidFill>
                  <a:srgbClr val="FFFFFF"/>
                </a:solidFill>
                <a:latin typeface="Avenir Next"/>
                <a:ea typeface="Avenir Next"/>
                <a:cs typeface="Avenir Next"/>
              </a:defRPr>
            </a:lvl5pPr>
            <a:lvl6pPr algn="l">
              <a:defRPr sz="6225" b="1">
                <a:solidFill>
                  <a:srgbClr val="FFFFFF"/>
                </a:solidFill>
                <a:latin typeface="Avenir Next"/>
                <a:ea typeface="Avenir Next"/>
                <a:cs typeface="Avenir Next"/>
              </a:defRPr>
            </a:lvl6pPr>
            <a:lvl7pPr algn="l">
              <a:defRPr sz="6225" b="1">
                <a:solidFill>
                  <a:srgbClr val="FFFFFF"/>
                </a:solidFill>
                <a:latin typeface="Avenir Next"/>
                <a:ea typeface="Avenir Next"/>
                <a:cs typeface="Avenir Next"/>
              </a:defRPr>
            </a:lvl7pPr>
            <a:lvl8pPr algn="l">
              <a:defRPr sz="6225" b="1">
                <a:solidFill>
                  <a:srgbClr val="FFFFFF"/>
                </a:solidFill>
                <a:latin typeface="Avenir Next"/>
                <a:ea typeface="Avenir Next"/>
                <a:cs typeface="Avenir Next"/>
              </a:defRPr>
            </a:lvl8pPr>
            <a:lvl9pPr algn="l">
              <a:defRPr sz="6225" b="1">
                <a:solidFill>
                  <a:srgbClr val="FFFFFF"/>
                </a:solidFill>
                <a:latin typeface="Avenir Next"/>
                <a:ea typeface="Avenir Next"/>
                <a:cs typeface="Avenir Next"/>
              </a:defRPr>
            </a:lvl9pPr>
          </a:lstStyle>
          <a:p xmlns:a="http://schemas.openxmlformats.org/drawingml/2006/main">
            <a:pPr algn="l">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“Clear”</a:t>
            </a:r>
          </a:p>
        </p:txBody>
      </p:sp>
      <p:sp>
        <p:nvSpPr>
          <p:cNvPr id="5" name="Both accounts remain available.&#10;The coordinator reviews the chan">
            <a:extLst xmlns:a="http://schemas.openxmlformats.org/drawingml/2006/main">
              <a:ext uri="{FF2B5EF4-FFF2-40B4-BE49-F238E27FC236}">
                <a16:creationId xmlns:a16="http://schemas.microsoft.com/office/drawing/2014/main" id="{FA061A9E-8375-44EC-B4A5-AFA2614D9B1C}"/>
              </a:ext>
            </a:extLst>
          </p:cNvPr>
          <p:cNvSpPr>
            <a:spLocks xmlns:a="http://schemas.openxmlformats.org/drawingml/2006/main" noGrp="1"/>
          </p:cNvSpPr>
          <p:nvPr/>
        </p:nvSpPr>
        <p:spPr>
          <a:xfrm xmlns:a="http://schemas.openxmlformats.org/drawingml/2006/main">
            <a:off x="590550" y="5010150"/>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FFFFF"/>
                </a:solidFill>
                <a:latin typeface="Avenir Next"/>
                <a:ea typeface="Avenir Next"/>
                <a:cs typeface="Avenir Next"/>
              </a:defRPr>
            </a:defPPr>
            <a:lvl1pPr algn="l">
              <a:defRPr sz="2175" b="0">
                <a:solidFill>
                  <a:srgbClr val="FFFFFF"/>
                </a:solidFill>
                <a:latin typeface="Avenir Next"/>
                <a:ea typeface="Avenir Next"/>
                <a:cs typeface="Avenir Next"/>
              </a:defRPr>
            </a:lvl1pPr>
            <a:lvl2pPr algn="l">
              <a:defRPr sz="2175" b="0">
                <a:solidFill>
                  <a:srgbClr val="FFFFFF"/>
                </a:solidFill>
                <a:latin typeface="Avenir Next"/>
                <a:ea typeface="Avenir Next"/>
                <a:cs typeface="Avenir Next"/>
              </a:defRPr>
            </a:lvl2pPr>
            <a:lvl3pPr algn="l">
              <a:defRPr sz="2175" b="0">
                <a:solidFill>
                  <a:srgbClr val="FFFFFF"/>
                </a:solidFill>
                <a:latin typeface="Avenir Next"/>
                <a:ea typeface="Avenir Next"/>
                <a:cs typeface="Avenir Next"/>
              </a:defRPr>
            </a:lvl3pPr>
            <a:lvl4pPr algn="l">
              <a:defRPr sz="2175" b="0">
                <a:solidFill>
                  <a:srgbClr val="FFFFFF"/>
                </a:solidFill>
                <a:latin typeface="Avenir Next"/>
                <a:ea typeface="Avenir Next"/>
                <a:cs typeface="Avenir Next"/>
              </a:defRPr>
            </a:lvl4pPr>
            <a:lvl5pPr algn="l">
              <a:defRPr sz="2175" b="0">
                <a:solidFill>
                  <a:srgbClr val="FFFFFF"/>
                </a:solidFill>
                <a:latin typeface="Avenir Next"/>
                <a:ea typeface="Avenir Next"/>
                <a:cs typeface="Avenir Next"/>
              </a:defRPr>
            </a:lvl5pPr>
            <a:lvl6pPr algn="l">
              <a:defRPr sz="2175" b="0">
                <a:solidFill>
                  <a:srgbClr val="FFFFFF"/>
                </a:solidFill>
                <a:latin typeface="Avenir Next"/>
                <a:ea typeface="Avenir Next"/>
                <a:cs typeface="Avenir Next"/>
              </a:defRPr>
            </a:lvl6pPr>
            <a:lvl7pPr algn="l">
              <a:defRPr sz="2175" b="0">
                <a:solidFill>
                  <a:srgbClr val="FFFFFF"/>
                </a:solidFill>
                <a:latin typeface="Avenir Next"/>
                <a:ea typeface="Avenir Next"/>
                <a:cs typeface="Avenir Next"/>
              </a:defRPr>
            </a:lvl7pPr>
            <a:lvl8pPr algn="l">
              <a:defRPr sz="2175" b="0">
                <a:solidFill>
                  <a:srgbClr val="FFFFFF"/>
                </a:solidFill>
                <a:latin typeface="Avenir Next"/>
                <a:ea typeface="Avenir Next"/>
                <a:cs typeface="Avenir Next"/>
              </a:defRPr>
            </a:lvl8pPr>
            <a:lvl9pPr algn="l">
              <a:defRPr sz="2175" b="0">
                <a:solidFill>
                  <a:srgbClr val="FFFFFF"/>
                </a:solidFill>
                <a:latin typeface="Avenir Next"/>
                <a:ea typeface="Avenir Next"/>
                <a:cs typeface="Avenir Next"/>
              </a:defRPr>
            </a:lvl9pPr>
          </a:lstStyle>
          <a:p xmlns:a="http://schemas.openxmlformats.org/drawingml/2006/main">
            <a:pPr algn="l">
              <a:defRPr sz="2175" b="0">
                <a:solidFill>
                  <a:srgbClr val="FFFFFF"/>
                </a:solidFill>
                <a:latin typeface="Avenir Next"/>
                <a:ea typeface="Avenir Next"/>
                <a:cs typeface="Avenir Next"/>
              </a:defRPr>
            </a:pPr>
            <a:r>
              <a:rPr sz="2175" b="0">
                <a:solidFill>
                  <a:srgbClr val="FFFFFF"/>
                </a:solidFill>
                <a:latin typeface="Avenir Next"/>
                <a:ea typeface="Avenir Next"/>
                <a:cs typeface="Avenir Next"/>
              </a:rPr>
              <a:t>Both accounts remain available.</a:t>
            </a:r>
          </a:p>
          <a:p xmlns:a="http://schemas.openxmlformats.org/drawingml/2006/main">
            <a:pPr algn="l">
              <a:defRPr sz="2175" b="0">
                <a:solidFill>
                  <a:srgbClr val="FFFFFF"/>
                </a:solidFill>
                <a:latin typeface="Avenir Next"/>
                <a:ea typeface="Avenir Next"/>
                <a:cs typeface="Avenir Next"/>
              </a:defRPr>
            </a:pPr>
            <a:r>
              <a:rPr sz="2175" b="0">
                <a:solidFill>
                  <a:srgbClr val="FFFFFF"/>
                </a:solidFill>
                <a:latin typeface="Avenir Next"/>
                <a:ea typeface="Avenir Next"/>
                <a:cs typeface="Avenir Next"/>
              </a:rPr>
              <a:t>The coordinator reviews the change</a:t>
            </a:r>
          </a:p>
          <a:p xmlns:a="http://schemas.openxmlformats.org/drawingml/2006/main">
            <a:pPr algn="l">
              <a:defRPr sz="2175" b="0">
                <a:solidFill>
                  <a:srgbClr val="FFFFFF"/>
                </a:solidFill>
                <a:latin typeface="Avenir Next"/>
                <a:ea typeface="Avenir Next"/>
                <a:cs typeface="Avenir Next"/>
              </a:defRPr>
            </a:pPr>
            <a:r>
              <a:rPr sz="2175" b="0">
                <a:solidFill>
                  <a:srgbClr val="FFFFFF"/>
                </a:solidFill>
                <a:latin typeface="Avenir Next"/>
                <a:ea typeface="Avenir Next"/>
                <a:cs typeface="Avenir Next"/>
              </a:rPr>
              <a:t>and records a decision.</a:t>
            </a:r>
          </a:p>
        </p:txBody>
      </p:sp>
      <p:pic>
        <p:nvPicPr>
          <p:cNvPr id="6" name="">
            <a:extLst xmlns:a="http://schemas.openxmlformats.org/drawingml/2006/main">
              <a:ext uri="{FF2B5EF4-FFF2-40B4-BE49-F238E27FC236}">
                <a16:creationId xmlns:a16="http://schemas.microsoft.com/office/drawing/2014/main" id="{9D7D0DDD-6E68-4D59-8EF0-790384088CC0}"/>
              </a:ext>
            </a:extLst>
          </p:cNvPr>
          <p:cNvPicPr>
            <a:picLocks xmlns:a="http://schemas.openxmlformats.org/drawingml/2006/main" noChangeAspect="1"/>
          </p:cNvPicPr>
          <p:nvPr/>
        </p:nvPicPr>
        <p:blipFill>
          <a:blip xmlns:r="http://schemas.openxmlformats.org/officeDocument/2006/relationships" xmlns:a="http://schemas.openxmlformats.org/drawingml/2006/main" r:embed="R9979ec54d09046b1"/>
          <a:stretch xmlns:a="http://schemas.openxmlformats.org/drawingml/2006/main"/>
        </p:blipFill>
        <p:spPr>
          <a:xfrm xmlns:a="http://schemas.openxmlformats.org/drawingml/2006/main">
            <a:off x="7368073" y="1352550"/>
            <a:ext cx="4161453" cy="5029200"/>
          </a:xfrm>
          <a:prstGeom xmlns:a="http://schemas.openxmlformats.org/drawingml/2006/main" prst="rect">
            <a:avLst/>
          </a:prstGeom>
        </p:spPr>
      </p:pic>
    </p:spTree>
    <p:extLst>
      <p:ext uri="{BB962C8B-B14F-4D97-AF65-F5344CB8AC3E}">
        <p14:creationId xmlns:p14="http://schemas.microsoft.com/office/powerpoint/2010/main" val="16835347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he coordinator decides">
            <a:extLst xmlns:a="http://schemas.openxmlformats.org/drawingml/2006/main">
              <a:ext uri="{FF2B5EF4-FFF2-40B4-BE49-F238E27FC236}">
                <a16:creationId xmlns:a16="http://schemas.microsoft.com/office/drawing/2014/main" id="{0A2DE685-FB5C-40D7-BA4A-213EEFB7C1E5}"/>
              </a:ext>
            </a:extLst>
          </p:cNvPr>
          <p:cNvSpPr>
            <a:spLocks xmlns:a="http://schemas.openxmlformats.org/drawingml/2006/main" noGrp="1"/>
          </p:cNvSpPr>
          <p:nvPr/>
        </p:nvSpPr>
        <p:spPr>
          <a:xfrm xmlns:a="http://schemas.openxmlformats.org/drawingml/2006/main">
            <a:off x="53340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950" b="1">
                <a:solidFill>
                  <a:srgbClr val="17222A"/>
                </a:solidFill>
                <a:latin typeface="Avenir Next"/>
                <a:ea typeface="Avenir Next"/>
                <a:cs typeface="Avenir Next"/>
              </a:defRPr>
            </a:defPPr>
            <a:lvl1pPr algn="l">
              <a:defRPr sz="4950" b="1">
                <a:solidFill>
                  <a:srgbClr val="17222A"/>
                </a:solidFill>
                <a:latin typeface="Avenir Next"/>
                <a:ea typeface="Avenir Next"/>
                <a:cs typeface="Avenir Next"/>
              </a:defRPr>
            </a:lvl1pPr>
            <a:lvl2pPr algn="l">
              <a:defRPr sz="4950" b="1">
                <a:solidFill>
                  <a:srgbClr val="17222A"/>
                </a:solidFill>
                <a:latin typeface="Avenir Next"/>
                <a:ea typeface="Avenir Next"/>
                <a:cs typeface="Avenir Next"/>
              </a:defRPr>
            </a:lvl2pPr>
            <a:lvl3pPr algn="l">
              <a:defRPr sz="4950" b="1">
                <a:solidFill>
                  <a:srgbClr val="17222A"/>
                </a:solidFill>
                <a:latin typeface="Avenir Next"/>
                <a:ea typeface="Avenir Next"/>
                <a:cs typeface="Avenir Next"/>
              </a:defRPr>
            </a:lvl3pPr>
            <a:lvl4pPr algn="l">
              <a:defRPr sz="4950" b="1">
                <a:solidFill>
                  <a:srgbClr val="17222A"/>
                </a:solidFill>
                <a:latin typeface="Avenir Next"/>
                <a:ea typeface="Avenir Next"/>
                <a:cs typeface="Avenir Next"/>
              </a:defRPr>
            </a:lvl4pPr>
            <a:lvl5pPr algn="l">
              <a:defRPr sz="4950" b="1">
                <a:solidFill>
                  <a:srgbClr val="17222A"/>
                </a:solidFill>
                <a:latin typeface="Avenir Next"/>
                <a:ea typeface="Avenir Next"/>
                <a:cs typeface="Avenir Next"/>
              </a:defRPr>
            </a:lvl5pPr>
            <a:lvl6pPr algn="l">
              <a:defRPr sz="4950" b="1">
                <a:solidFill>
                  <a:srgbClr val="17222A"/>
                </a:solidFill>
                <a:latin typeface="Avenir Next"/>
                <a:ea typeface="Avenir Next"/>
                <a:cs typeface="Avenir Next"/>
              </a:defRPr>
            </a:lvl6pPr>
            <a:lvl7pPr algn="l">
              <a:defRPr sz="4950" b="1">
                <a:solidFill>
                  <a:srgbClr val="17222A"/>
                </a:solidFill>
                <a:latin typeface="Avenir Next"/>
                <a:ea typeface="Avenir Next"/>
                <a:cs typeface="Avenir Next"/>
              </a:defRPr>
            </a:lvl7pPr>
            <a:lvl8pPr algn="l">
              <a:defRPr sz="4950" b="1">
                <a:solidFill>
                  <a:srgbClr val="17222A"/>
                </a:solidFill>
                <a:latin typeface="Avenir Next"/>
                <a:ea typeface="Avenir Next"/>
                <a:cs typeface="Avenir Next"/>
              </a:defRPr>
            </a:lvl8pPr>
            <a:lvl9pPr algn="l">
              <a:defRPr sz="4950" b="1">
                <a:solidFill>
                  <a:srgbClr val="17222A"/>
                </a:solidFill>
                <a:latin typeface="Avenir Next"/>
                <a:ea typeface="Avenir Next"/>
                <a:cs typeface="Avenir Next"/>
              </a:defRPr>
            </a:lvl9pPr>
          </a:lstStyle>
          <a:p xmlns:a="http://schemas.openxmlformats.org/drawingml/2006/main">
            <a:pPr algn="l">
              <a:defRPr sz="4950" b="1">
                <a:solidFill>
                  <a:srgbClr val="17222A"/>
                </a:solidFill>
                <a:latin typeface="Avenir Next"/>
                <a:ea typeface="Avenir Next"/>
                <a:cs typeface="Avenir Next"/>
              </a:defRPr>
            </a:pPr>
            <a:r>
              <a:rPr sz="4950" b="1">
                <a:solidFill>
                  <a:srgbClr val="17222A"/>
                </a:solidFill>
                <a:latin typeface="Avenir Next"/>
                <a:ea typeface="Avenir Next"/>
                <a:cs typeface="Avenir Next"/>
              </a:rPr>
              <a:t>The coordinator decides</a:t>
            </a:r>
          </a:p>
        </p:txBody>
      </p:sp>
      <p:pic>
        <p:nvPicPr>
          <p:cNvPr id="3" name="">
            <a:extLst xmlns:a="http://schemas.openxmlformats.org/drawingml/2006/main">
              <a:ext uri="{FF2B5EF4-FFF2-40B4-BE49-F238E27FC236}">
                <a16:creationId xmlns:a16="http://schemas.microsoft.com/office/drawing/2014/main" id="{663D2223-870B-4557-8CB1-A863565BC119}"/>
              </a:ext>
            </a:extLst>
          </p:cNvPr>
          <p:cNvPicPr>
            <a:picLocks xmlns:a="http://schemas.openxmlformats.org/drawingml/2006/main" noChangeAspect="1"/>
          </p:cNvPicPr>
          <p:nvPr/>
        </p:nvPicPr>
        <p:blipFill>
          <a:blip xmlns:r="http://schemas.openxmlformats.org/officeDocument/2006/relationships" xmlns:a="http://schemas.openxmlformats.org/drawingml/2006/main" r:embed="R0e699a8ff3724787"/>
          <a:stretch xmlns:a="http://schemas.openxmlformats.org/drawingml/2006/main"/>
        </p:blipFill>
        <p:spPr>
          <a:xfrm xmlns:a="http://schemas.openxmlformats.org/drawingml/2006/main">
            <a:off x="457200" y="2129286"/>
            <a:ext cx="6191250" cy="2637528"/>
          </a:xfrm>
          <a:prstGeom xmlns:a="http://schemas.openxmlformats.org/drawingml/2006/main" prst="rect">
            <a:avLst/>
          </a:prstGeom>
        </p:spPr>
      </p:pic>
      <p:sp>
        <p:nvSpPr>
          <p:cNvPr id="4" name="Confirm or reject&#10;Move, merge or split">
            <a:extLst xmlns:a="http://schemas.openxmlformats.org/drawingml/2006/main">
              <a:ext uri="{FF2B5EF4-FFF2-40B4-BE49-F238E27FC236}">
                <a16:creationId xmlns:a16="http://schemas.microsoft.com/office/drawing/2014/main" id="{E8CCEF40-A402-4125-9C28-9FFED862F6E7}"/>
              </a:ext>
            </a:extLst>
          </p:cNvPr>
          <p:cNvSpPr>
            <a:spLocks xmlns:a="http://schemas.openxmlformats.org/drawingml/2006/main" noGrp="1"/>
          </p:cNvSpPr>
          <p:nvPr/>
        </p:nvSpPr>
        <p:spPr>
          <a:xfrm xmlns:a="http://schemas.openxmlformats.org/drawingml/2006/main">
            <a:off x="7296150" y="2009775"/>
            <a:ext cx="4286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17222A"/>
                </a:solidFill>
                <a:latin typeface="Avenir Next"/>
                <a:ea typeface="Avenir Next"/>
                <a:cs typeface="Avenir Next"/>
              </a:defRPr>
            </a:defPPr>
            <a:lvl1pPr algn="l">
              <a:defRPr sz="2625" b="1">
                <a:solidFill>
                  <a:srgbClr val="17222A"/>
                </a:solidFill>
                <a:latin typeface="Avenir Next"/>
                <a:ea typeface="Avenir Next"/>
                <a:cs typeface="Avenir Next"/>
              </a:defRPr>
            </a:lvl1pPr>
            <a:lvl2pPr algn="l">
              <a:defRPr sz="2625" b="1">
                <a:solidFill>
                  <a:srgbClr val="17222A"/>
                </a:solidFill>
                <a:latin typeface="Avenir Next"/>
                <a:ea typeface="Avenir Next"/>
                <a:cs typeface="Avenir Next"/>
              </a:defRPr>
            </a:lvl2pPr>
            <a:lvl3pPr algn="l">
              <a:defRPr sz="2625" b="1">
                <a:solidFill>
                  <a:srgbClr val="17222A"/>
                </a:solidFill>
                <a:latin typeface="Avenir Next"/>
                <a:ea typeface="Avenir Next"/>
                <a:cs typeface="Avenir Next"/>
              </a:defRPr>
            </a:lvl3pPr>
            <a:lvl4pPr algn="l">
              <a:defRPr sz="2625" b="1">
                <a:solidFill>
                  <a:srgbClr val="17222A"/>
                </a:solidFill>
                <a:latin typeface="Avenir Next"/>
                <a:ea typeface="Avenir Next"/>
                <a:cs typeface="Avenir Next"/>
              </a:defRPr>
            </a:lvl4pPr>
            <a:lvl5pPr algn="l">
              <a:defRPr sz="2625" b="1">
                <a:solidFill>
                  <a:srgbClr val="17222A"/>
                </a:solidFill>
                <a:latin typeface="Avenir Next"/>
                <a:ea typeface="Avenir Next"/>
                <a:cs typeface="Avenir Next"/>
              </a:defRPr>
            </a:lvl5pPr>
            <a:lvl6pPr algn="l">
              <a:defRPr sz="2625" b="1">
                <a:solidFill>
                  <a:srgbClr val="17222A"/>
                </a:solidFill>
                <a:latin typeface="Avenir Next"/>
                <a:ea typeface="Avenir Next"/>
                <a:cs typeface="Avenir Next"/>
              </a:defRPr>
            </a:lvl6pPr>
            <a:lvl7pPr algn="l">
              <a:defRPr sz="2625" b="1">
                <a:solidFill>
                  <a:srgbClr val="17222A"/>
                </a:solidFill>
                <a:latin typeface="Avenir Next"/>
                <a:ea typeface="Avenir Next"/>
                <a:cs typeface="Avenir Next"/>
              </a:defRPr>
            </a:lvl7pPr>
            <a:lvl8pPr algn="l">
              <a:defRPr sz="2625" b="1">
                <a:solidFill>
                  <a:srgbClr val="17222A"/>
                </a:solidFill>
                <a:latin typeface="Avenir Next"/>
                <a:ea typeface="Avenir Next"/>
                <a:cs typeface="Avenir Next"/>
              </a:defRPr>
            </a:lvl8pPr>
            <a:lvl9pPr algn="l">
              <a:defRPr sz="2625" b="1">
                <a:solidFill>
                  <a:srgbClr val="17222A"/>
                </a:solidFill>
                <a:latin typeface="Avenir Next"/>
                <a:ea typeface="Avenir Next"/>
                <a:cs typeface="Avenir Next"/>
              </a:defRPr>
            </a:lvl9pPr>
          </a:lstStyle>
          <a:p xmlns:a="http://schemas.openxmlformats.org/drawingml/2006/main">
            <a:pPr algn="l">
              <a:defRPr sz="2625" b="1">
                <a:solidFill>
                  <a:srgbClr val="17222A"/>
                </a:solidFill>
                <a:latin typeface="Avenir Next"/>
                <a:ea typeface="Avenir Next"/>
                <a:cs typeface="Avenir Next"/>
              </a:defRPr>
            </a:pPr>
            <a:r>
              <a:rPr sz="2625" b="1">
                <a:solidFill>
                  <a:srgbClr val="17222A"/>
                </a:solidFill>
                <a:latin typeface="Avenir Next"/>
                <a:ea typeface="Avenir Next"/>
                <a:cs typeface="Avenir Next"/>
              </a:rPr>
              <a:t>Confirm or reject</a:t>
            </a:r>
          </a:p>
          <a:p xmlns:a="http://schemas.openxmlformats.org/drawingml/2006/main">
            <a:pPr algn="l">
              <a:defRPr sz="2625" b="1">
                <a:solidFill>
                  <a:srgbClr val="17222A"/>
                </a:solidFill>
                <a:latin typeface="Avenir Next"/>
                <a:ea typeface="Avenir Next"/>
                <a:cs typeface="Avenir Next"/>
              </a:defRPr>
            </a:pPr>
            <a:r>
              <a:rPr sz="2625" b="1">
                <a:solidFill>
                  <a:srgbClr val="17222A"/>
                </a:solidFill>
                <a:latin typeface="Avenir Next"/>
                <a:ea typeface="Avenir Next"/>
                <a:cs typeface="Avenir Next"/>
              </a:rPr>
              <a:t>Move, merge or split</a:t>
            </a:r>
          </a:p>
        </p:txBody>
      </p:sp>
      <p:sp>
        <p:nvSpPr>
          <p:cNvPr id="5" name="A reason is required.&#10;Stale versions return HTTP 409.">
            <a:extLst xmlns:a="http://schemas.openxmlformats.org/drawingml/2006/main">
              <a:ext uri="{FF2B5EF4-FFF2-40B4-BE49-F238E27FC236}">
                <a16:creationId xmlns:a16="http://schemas.microsoft.com/office/drawing/2014/main" id="{67F2E56C-1277-42AF-90D7-7C455EAFB71F}"/>
              </a:ext>
            </a:extLst>
          </p:cNvPr>
          <p:cNvSpPr>
            <a:spLocks xmlns:a="http://schemas.openxmlformats.org/drawingml/2006/main" noGrp="1"/>
          </p:cNvSpPr>
          <p:nvPr/>
        </p:nvSpPr>
        <p:spPr>
          <a:xfrm xmlns:a="http://schemas.openxmlformats.org/drawingml/2006/main">
            <a:off x="7296150" y="3838575"/>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7222A"/>
                </a:solidFill>
                <a:latin typeface="Avenir Next"/>
                <a:ea typeface="Avenir Next"/>
                <a:cs typeface="Avenir Next"/>
              </a:defRPr>
            </a:defPPr>
            <a:lvl1pPr algn="l">
              <a:defRPr sz="2175" b="0">
                <a:solidFill>
                  <a:srgbClr val="17222A"/>
                </a:solidFill>
                <a:latin typeface="Avenir Next"/>
                <a:ea typeface="Avenir Next"/>
                <a:cs typeface="Avenir Next"/>
              </a:defRPr>
            </a:lvl1pPr>
            <a:lvl2pPr algn="l">
              <a:defRPr sz="2175" b="0">
                <a:solidFill>
                  <a:srgbClr val="17222A"/>
                </a:solidFill>
                <a:latin typeface="Avenir Next"/>
                <a:ea typeface="Avenir Next"/>
                <a:cs typeface="Avenir Next"/>
              </a:defRPr>
            </a:lvl2pPr>
            <a:lvl3pPr algn="l">
              <a:defRPr sz="2175" b="0">
                <a:solidFill>
                  <a:srgbClr val="17222A"/>
                </a:solidFill>
                <a:latin typeface="Avenir Next"/>
                <a:ea typeface="Avenir Next"/>
                <a:cs typeface="Avenir Next"/>
              </a:defRPr>
            </a:lvl3pPr>
            <a:lvl4pPr algn="l">
              <a:defRPr sz="2175" b="0">
                <a:solidFill>
                  <a:srgbClr val="17222A"/>
                </a:solidFill>
                <a:latin typeface="Avenir Next"/>
                <a:ea typeface="Avenir Next"/>
                <a:cs typeface="Avenir Next"/>
              </a:defRPr>
            </a:lvl4pPr>
            <a:lvl5pPr algn="l">
              <a:defRPr sz="2175" b="0">
                <a:solidFill>
                  <a:srgbClr val="17222A"/>
                </a:solidFill>
                <a:latin typeface="Avenir Next"/>
                <a:ea typeface="Avenir Next"/>
                <a:cs typeface="Avenir Next"/>
              </a:defRPr>
            </a:lvl5pPr>
            <a:lvl6pPr algn="l">
              <a:defRPr sz="2175" b="0">
                <a:solidFill>
                  <a:srgbClr val="17222A"/>
                </a:solidFill>
                <a:latin typeface="Avenir Next"/>
                <a:ea typeface="Avenir Next"/>
                <a:cs typeface="Avenir Next"/>
              </a:defRPr>
            </a:lvl6pPr>
            <a:lvl7pPr algn="l">
              <a:defRPr sz="2175" b="0">
                <a:solidFill>
                  <a:srgbClr val="17222A"/>
                </a:solidFill>
                <a:latin typeface="Avenir Next"/>
                <a:ea typeface="Avenir Next"/>
                <a:cs typeface="Avenir Next"/>
              </a:defRPr>
            </a:lvl7pPr>
            <a:lvl8pPr algn="l">
              <a:defRPr sz="2175" b="0">
                <a:solidFill>
                  <a:srgbClr val="17222A"/>
                </a:solidFill>
                <a:latin typeface="Avenir Next"/>
                <a:ea typeface="Avenir Next"/>
                <a:cs typeface="Avenir Next"/>
              </a:defRPr>
            </a:lvl8pPr>
            <a:lvl9pPr algn="l">
              <a:defRPr sz="2175" b="0">
                <a:solidFill>
                  <a:srgbClr val="17222A"/>
                </a:solidFill>
                <a:latin typeface="Avenir Next"/>
                <a:ea typeface="Avenir Next"/>
                <a:cs typeface="Avenir Next"/>
              </a:defRPr>
            </a:lvl9pPr>
          </a:lstStyle>
          <a:p xmlns:a="http://schemas.openxmlformats.org/drawingml/2006/main">
            <a:pPr algn="l">
              <a:defRPr sz="2175" b="0">
                <a:solidFill>
                  <a:srgbClr val="17222A"/>
                </a:solidFill>
                <a:latin typeface="Avenir Next"/>
                <a:ea typeface="Avenir Next"/>
                <a:cs typeface="Avenir Next"/>
              </a:defRPr>
            </a:pPr>
            <a:r>
              <a:rPr sz="2175" b="0">
                <a:solidFill>
                  <a:srgbClr val="17222A"/>
                </a:solidFill>
                <a:latin typeface="Avenir Next"/>
                <a:ea typeface="Avenir Next"/>
                <a:cs typeface="Avenir Next"/>
              </a:rPr>
              <a:t>A reason is required.</a:t>
            </a:r>
          </a:p>
          <a:p xmlns:a="http://schemas.openxmlformats.org/drawingml/2006/main">
            <a:pPr algn="l">
              <a:defRPr sz="2175" b="0">
                <a:solidFill>
                  <a:srgbClr val="17222A"/>
                </a:solidFill>
                <a:latin typeface="Avenir Next"/>
                <a:ea typeface="Avenir Next"/>
                <a:cs typeface="Avenir Next"/>
              </a:defRPr>
            </a:pPr>
            <a:r>
              <a:rPr sz="2175" b="0">
                <a:solidFill>
                  <a:srgbClr val="17222A"/>
                </a:solidFill>
                <a:latin typeface="Avenir Next"/>
                <a:ea typeface="Avenir Next"/>
                <a:cs typeface="Avenir Next"/>
              </a:rPr>
              <a:t>Stale versions return HTTP 409.</a:t>
            </a:r>
          </a:p>
        </p:txBody>
      </p:sp>
      <p:sp>
        <p:nvSpPr>
          <p:cNvPr id="6" name="“Reviewed the Exit A accounts together. Keep the changing&#10;door s">
            <a:extLst xmlns:a="http://schemas.openxmlformats.org/drawingml/2006/main">
              <a:ext uri="{FF2B5EF4-FFF2-40B4-BE49-F238E27FC236}">
                <a16:creationId xmlns:a16="http://schemas.microsoft.com/office/drawing/2014/main" id="{D4C961AF-02A0-473F-B3E1-41E222DB4944}"/>
              </a:ext>
            </a:extLst>
          </p:cNvPr>
          <p:cNvSpPr>
            <a:spLocks xmlns:a="http://schemas.openxmlformats.org/drawingml/2006/main" noGrp="1"/>
          </p:cNvSpPr>
          <p:nvPr/>
        </p:nvSpPr>
        <p:spPr>
          <a:xfrm xmlns:a="http://schemas.openxmlformats.org/drawingml/2006/main">
            <a:off x="590550" y="5543550"/>
            <a:ext cx="1095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22A"/>
                </a:solidFill>
                <a:latin typeface="Avenir Next"/>
                <a:ea typeface="Avenir Next"/>
                <a:cs typeface="Avenir Next"/>
              </a:defRPr>
            </a:defPPr>
            <a:lvl1pPr algn="l">
              <a:defRPr sz="2100" b="1">
                <a:solidFill>
                  <a:srgbClr val="17222A"/>
                </a:solidFill>
                <a:latin typeface="Avenir Next"/>
                <a:ea typeface="Avenir Next"/>
                <a:cs typeface="Avenir Next"/>
              </a:defRPr>
            </a:lvl1pPr>
            <a:lvl2pPr algn="l">
              <a:defRPr sz="2100" b="1">
                <a:solidFill>
                  <a:srgbClr val="17222A"/>
                </a:solidFill>
                <a:latin typeface="Avenir Next"/>
                <a:ea typeface="Avenir Next"/>
                <a:cs typeface="Avenir Next"/>
              </a:defRPr>
            </a:lvl2pPr>
            <a:lvl3pPr algn="l">
              <a:defRPr sz="2100" b="1">
                <a:solidFill>
                  <a:srgbClr val="17222A"/>
                </a:solidFill>
                <a:latin typeface="Avenir Next"/>
                <a:ea typeface="Avenir Next"/>
                <a:cs typeface="Avenir Next"/>
              </a:defRPr>
            </a:lvl3pPr>
            <a:lvl4pPr algn="l">
              <a:defRPr sz="2100" b="1">
                <a:solidFill>
                  <a:srgbClr val="17222A"/>
                </a:solidFill>
                <a:latin typeface="Avenir Next"/>
                <a:ea typeface="Avenir Next"/>
                <a:cs typeface="Avenir Next"/>
              </a:defRPr>
            </a:lvl4pPr>
            <a:lvl5pPr algn="l">
              <a:defRPr sz="2100" b="1">
                <a:solidFill>
                  <a:srgbClr val="17222A"/>
                </a:solidFill>
                <a:latin typeface="Avenir Next"/>
                <a:ea typeface="Avenir Next"/>
                <a:cs typeface="Avenir Next"/>
              </a:defRPr>
            </a:lvl5pPr>
            <a:lvl6pPr algn="l">
              <a:defRPr sz="2100" b="1">
                <a:solidFill>
                  <a:srgbClr val="17222A"/>
                </a:solidFill>
                <a:latin typeface="Avenir Next"/>
                <a:ea typeface="Avenir Next"/>
                <a:cs typeface="Avenir Next"/>
              </a:defRPr>
            </a:lvl6pPr>
            <a:lvl7pPr algn="l">
              <a:defRPr sz="2100" b="1">
                <a:solidFill>
                  <a:srgbClr val="17222A"/>
                </a:solidFill>
                <a:latin typeface="Avenir Next"/>
                <a:ea typeface="Avenir Next"/>
                <a:cs typeface="Avenir Next"/>
              </a:defRPr>
            </a:lvl7pPr>
            <a:lvl8pPr algn="l">
              <a:defRPr sz="2100" b="1">
                <a:solidFill>
                  <a:srgbClr val="17222A"/>
                </a:solidFill>
                <a:latin typeface="Avenir Next"/>
                <a:ea typeface="Avenir Next"/>
                <a:cs typeface="Avenir Next"/>
              </a:defRPr>
            </a:lvl8pPr>
            <a:lvl9pPr algn="l">
              <a:defRPr sz="2100" b="1">
                <a:solidFill>
                  <a:srgbClr val="17222A"/>
                </a:solidFill>
                <a:latin typeface="Avenir Next"/>
                <a:ea typeface="Avenir Next"/>
                <a:cs typeface="Avenir Next"/>
              </a:defRPr>
            </a:lvl9pPr>
          </a:lstStyle>
          <a:p xmlns:a="http://schemas.openxmlformats.org/drawingml/2006/main">
            <a:pPr algn="l">
              <a:defRPr sz="2100" b="1">
                <a:solidFill>
                  <a:srgbClr val="17222A"/>
                </a:solidFill>
                <a:latin typeface="Avenir Next"/>
                <a:ea typeface="Avenir Next"/>
                <a:cs typeface="Avenir Next"/>
              </a:defRPr>
            </a:pPr>
            <a:r>
              <a:rPr sz="2100" b="1">
                <a:solidFill>
                  <a:srgbClr val="17222A"/>
                </a:solidFill>
                <a:latin typeface="Avenir Next"/>
                <a:ea typeface="Avenir Next"/>
                <a:cs typeface="Avenir Next"/>
              </a:rPr>
              <a:t>“Reviewed the Exit A accounts together. Keep the changing</a:t>
            </a:r>
          </a:p>
          <a:p xmlns:a="http://schemas.openxmlformats.org/drawingml/2006/main">
            <a:pPr algn="l">
              <a:defRPr sz="2100" b="1">
                <a:solidFill>
                  <a:srgbClr val="17222A"/>
                </a:solidFill>
                <a:latin typeface="Avenir Next"/>
                <a:ea typeface="Avenir Next"/>
                <a:cs typeface="Avenir Next"/>
              </a:defRPr>
            </a:pPr>
            <a:r>
              <a:rPr sz="2100" b="1">
                <a:solidFill>
                  <a:srgbClr val="17222A"/>
                </a:solidFill>
                <a:latin typeface="Avenir Next"/>
                <a:ea typeface="Avenir Next"/>
                <a:cs typeface="Avenir Next"/>
              </a:rPr>
              <a:t>door status visible for follow-up.”</a:t>
            </a:r>
          </a:p>
        </p:txBody>
      </p:sp>
    </p:spTree>
    <p:extLst>
      <p:ext uri="{BB962C8B-B14F-4D97-AF65-F5344CB8AC3E}">
        <p14:creationId xmlns:p14="http://schemas.microsoft.com/office/powerpoint/2010/main" val="6735963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144">
            <a:extLst xmlns:a="http://schemas.openxmlformats.org/drawingml/2006/main">
              <a:ext uri="{FF2B5EF4-FFF2-40B4-BE49-F238E27FC236}">
                <a16:creationId xmlns:a16="http://schemas.microsoft.com/office/drawing/2014/main" id="{4C93A8B4-9713-4CCB-B4C8-20D9F0B9354C}"/>
              </a:ext>
            </a:extLst>
          </p:cNvPr>
          <p:cNvSpPr>
            <a:spLocks xmlns:a="http://schemas.openxmlformats.org/drawingml/2006/main" noGrp="1"/>
          </p:cNvSpPr>
          <p:nvPr/>
        </p:nvSpPr>
        <p:spPr>
          <a:xfrm xmlns:a="http://schemas.openxmlformats.org/drawingml/2006/main">
            <a:off x="457200" y="390525"/>
            <a:ext cx="5715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200" b="1">
                <a:solidFill>
                  <a:srgbClr val="FF6429"/>
                </a:solidFill>
                <a:latin typeface="Avenir Next"/>
                <a:ea typeface="Avenir Next"/>
                <a:cs typeface="Avenir Next"/>
              </a:defRPr>
            </a:defPPr>
            <a:lvl1pPr algn="l">
              <a:defRPr sz="13200" b="1">
                <a:solidFill>
                  <a:srgbClr val="FF6429"/>
                </a:solidFill>
                <a:latin typeface="Avenir Next"/>
                <a:ea typeface="Avenir Next"/>
                <a:cs typeface="Avenir Next"/>
              </a:defRPr>
            </a:lvl1pPr>
            <a:lvl2pPr algn="l">
              <a:defRPr sz="13200" b="1">
                <a:solidFill>
                  <a:srgbClr val="FF6429"/>
                </a:solidFill>
                <a:latin typeface="Avenir Next"/>
                <a:ea typeface="Avenir Next"/>
                <a:cs typeface="Avenir Next"/>
              </a:defRPr>
            </a:lvl2pPr>
            <a:lvl3pPr algn="l">
              <a:defRPr sz="13200" b="1">
                <a:solidFill>
                  <a:srgbClr val="FF6429"/>
                </a:solidFill>
                <a:latin typeface="Avenir Next"/>
                <a:ea typeface="Avenir Next"/>
                <a:cs typeface="Avenir Next"/>
              </a:defRPr>
            </a:lvl3pPr>
            <a:lvl4pPr algn="l">
              <a:defRPr sz="13200" b="1">
                <a:solidFill>
                  <a:srgbClr val="FF6429"/>
                </a:solidFill>
                <a:latin typeface="Avenir Next"/>
                <a:ea typeface="Avenir Next"/>
                <a:cs typeface="Avenir Next"/>
              </a:defRPr>
            </a:lvl4pPr>
            <a:lvl5pPr algn="l">
              <a:defRPr sz="13200" b="1">
                <a:solidFill>
                  <a:srgbClr val="FF6429"/>
                </a:solidFill>
                <a:latin typeface="Avenir Next"/>
                <a:ea typeface="Avenir Next"/>
                <a:cs typeface="Avenir Next"/>
              </a:defRPr>
            </a:lvl5pPr>
            <a:lvl6pPr algn="l">
              <a:defRPr sz="13200" b="1">
                <a:solidFill>
                  <a:srgbClr val="FF6429"/>
                </a:solidFill>
                <a:latin typeface="Avenir Next"/>
                <a:ea typeface="Avenir Next"/>
                <a:cs typeface="Avenir Next"/>
              </a:defRPr>
            </a:lvl6pPr>
            <a:lvl7pPr algn="l">
              <a:defRPr sz="13200" b="1">
                <a:solidFill>
                  <a:srgbClr val="FF6429"/>
                </a:solidFill>
                <a:latin typeface="Avenir Next"/>
                <a:ea typeface="Avenir Next"/>
                <a:cs typeface="Avenir Next"/>
              </a:defRPr>
            </a:lvl7pPr>
            <a:lvl8pPr algn="l">
              <a:defRPr sz="13200" b="1">
                <a:solidFill>
                  <a:srgbClr val="FF6429"/>
                </a:solidFill>
                <a:latin typeface="Avenir Next"/>
                <a:ea typeface="Avenir Next"/>
                <a:cs typeface="Avenir Next"/>
              </a:defRPr>
            </a:lvl8pPr>
            <a:lvl9pPr algn="l">
              <a:defRPr sz="13200" b="1">
                <a:solidFill>
                  <a:srgbClr val="FF6429"/>
                </a:solidFill>
                <a:latin typeface="Avenir Next"/>
                <a:ea typeface="Avenir Next"/>
                <a:cs typeface="Avenir Next"/>
              </a:defRPr>
            </a:lvl9pPr>
          </a:lstStyle>
          <a:p xmlns:a="http://schemas.openxmlformats.org/drawingml/2006/main">
            <a:pPr algn="l">
              <a:defRPr sz="13200" b="1">
                <a:solidFill>
                  <a:srgbClr val="FF6429"/>
                </a:solidFill>
                <a:latin typeface="Avenir Next"/>
                <a:ea typeface="Avenir Next"/>
                <a:cs typeface="Avenir Next"/>
              </a:defRPr>
            </a:pPr>
            <a:r>
              <a:rPr sz="13200" b="1">
                <a:solidFill>
                  <a:srgbClr val="FF6429"/>
                </a:solidFill>
                <a:latin typeface="Avenir Next"/>
                <a:ea typeface="Avenir Next"/>
                <a:cs typeface="Avenir Next"/>
              </a:rPr>
              <a:t>144</a:t>
            </a:r>
          </a:p>
        </p:txBody>
      </p:sp>
      <p:sp>
        <p:nvSpPr>
          <p:cNvPr id="3" name="synthetic reports">
            <a:extLst xmlns:a="http://schemas.openxmlformats.org/drawingml/2006/main">
              <a:ext uri="{FF2B5EF4-FFF2-40B4-BE49-F238E27FC236}">
                <a16:creationId xmlns:a16="http://schemas.microsoft.com/office/drawing/2014/main" id="{A0CFD5E2-203C-4CE4-9EFC-6DFEFF86EBB9}"/>
              </a:ext>
            </a:extLst>
          </p:cNvPr>
          <p:cNvSpPr>
            <a:spLocks xmlns:a="http://schemas.openxmlformats.org/drawingml/2006/main" noGrp="1"/>
          </p:cNvSpPr>
          <p:nvPr/>
        </p:nvSpPr>
        <p:spPr>
          <a:xfrm xmlns:a="http://schemas.openxmlformats.org/drawingml/2006/main">
            <a:off x="571500" y="2638425"/>
            <a:ext cx="571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17222A"/>
                </a:solidFill>
                <a:latin typeface="Avenir Next"/>
                <a:ea typeface="Avenir Next"/>
                <a:cs typeface="Avenir Next"/>
              </a:defRPr>
            </a:defPPr>
            <a:lvl1pPr algn="l">
              <a:defRPr sz="3225" b="1">
                <a:solidFill>
                  <a:srgbClr val="17222A"/>
                </a:solidFill>
                <a:latin typeface="Avenir Next"/>
                <a:ea typeface="Avenir Next"/>
                <a:cs typeface="Avenir Next"/>
              </a:defRPr>
            </a:lvl1pPr>
            <a:lvl2pPr algn="l">
              <a:defRPr sz="3225" b="1">
                <a:solidFill>
                  <a:srgbClr val="17222A"/>
                </a:solidFill>
                <a:latin typeface="Avenir Next"/>
                <a:ea typeface="Avenir Next"/>
                <a:cs typeface="Avenir Next"/>
              </a:defRPr>
            </a:lvl2pPr>
            <a:lvl3pPr algn="l">
              <a:defRPr sz="3225" b="1">
                <a:solidFill>
                  <a:srgbClr val="17222A"/>
                </a:solidFill>
                <a:latin typeface="Avenir Next"/>
                <a:ea typeface="Avenir Next"/>
                <a:cs typeface="Avenir Next"/>
              </a:defRPr>
            </a:lvl3pPr>
            <a:lvl4pPr algn="l">
              <a:defRPr sz="3225" b="1">
                <a:solidFill>
                  <a:srgbClr val="17222A"/>
                </a:solidFill>
                <a:latin typeface="Avenir Next"/>
                <a:ea typeface="Avenir Next"/>
                <a:cs typeface="Avenir Next"/>
              </a:defRPr>
            </a:lvl4pPr>
            <a:lvl5pPr algn="l">
              <a:defRPr sz="3225" b="1">
                <a:solidFill>
                  <a:srgbClr val="17222A"/>
                </a:solidFill>
                <a:latin typeface="Avenir Next"/>
                <a:ea typeface="Avenir Next"/>
                <a:cs typeface="Avenir Next"/>
              </a:defRPr>
            </a:lvl5pPr>
            <a:lvl6pPr algn="l">
              <a:defRPr sz="3225" b="1">
                <a:solidFill>
                  <a:srgbClr val="17222A"/>
                </a:solidFill>
                <a:latin typeface="Avenir Next"/>
                <a:ea typeface="Avenir Next"/>
                <a:cs typeface="Avenir Next"/>
              </a:defRPr>
            </a:lvl6pPr>
            <a:lvl7pPr algn="l">
              <a:defRPr sz="3225" b="1">
                <a:solidFill>
                  <a:srgbClr val="17222A"/>
                </a:solidFill>
                <a:latin typeface="Avenir Next"/>
                <a:ea typeface="Avenir Next"/>
                <a:cs typeface="Avenir Next"/>
              </a:defRPr>
            </a:lvl7pPr>
            <a:lvl8pPr algn="l">
              <a:defRPr sz="3225" b="1">
                <a:solidFill>
                  <a:srgbClr val="17222A"/>
                </a:solidFill>
                <a:latin typeface="Avenir Next"/>
                <a:ea typeface="Avenir Next"/>
                <a:cs typeface="Avenir Next"/>
              </a:defRPr>
            </a:lvl8pPr>
            <a:lvl9pPr algn="l">
              <a:defRPr sz="3225" b="1">
                <a:solidFill>
                  <a:srgbClr val="17222A"/>
                </a:solidFill>
                <a:latin typeface="Avenir Next"/>
                <a:ea typeface="Avenir Next"/>
                <a:cs typeface="Avenir Next"/>
              </a:defRPr>
            </a:lvl9pPr>
          </a:lstStyle>
          <a:p xmlns:a="http://schemas.openxmlformats.org/drawingml/2006/main">
            <a:pPr algn="l">
              <a:defRPr sz="3225" b="1">
                <a:solidFill>
                  <a:srgbClr val="17222A"/>
                </a:solidFill>
                <a:latin typeface="Avenir Next"/>
                <a:ea typeface="Avenir Next"/>
                <a:cs typeface="Avenir Next"/>
              </a:defRPr>
            </a:pPr>
            <a:r>
              <a:rPr sz="3225" b="1">
                <a:solidFill>
                  <a:srgbClr val="17222A"/>
                </a:solidFill>
                <a:latin typeface="Avenir Next"/>
                <a:ea typeface="Avenir Next"/>
                <a:cs typeface="Avenir Next"/>
              </a:rPr>
              <a:t>synthetic reports</a:t>
            </a:r>
          </a:p>
        </p:txBody>
      </p:sp>
      <p:sp>
        <p:nvSpPr>
          <p:cNvPr id="4" name="Labels are stored separately&#10;from runtime inputs.">
            <a:extLst xmlns:a="http://schemas.openxmlformats.org/drawingml/2006/main">
              <a:ext uri="{FF2B5EF4-FFF2-40B4-BE49-F238E27FC236}">
                <a16:creationId xmlns:a16="http://schemas.microsoft.com/office/drawing/2014/main" id="{C0DA5083-2CBF-40EA-AAD9-47F268925D15}"/>
              </a:ext>
            </a:extLst>
          </p:cNvPr>
          <p:cNvSpPr>
            <a:spLocks xmlns:a="http://schemas.openxmlformats.org/drawingml/2006/main" noGrp="1"/>
          </p:cNvSpPr>
          <p:nvPr/>
        </p:nvSpPr>
        <p:spPr>
          <a:xfrm xmlns:a="http://schemas.openxmlformats.org/drawingml/2006/main">
            <a:off x="590550" y="418147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7222A"/>
                </a:solidFill>
                <a:latin typeface="Avenir Next"/>
                <a:ea typeface="Avenir Next"/>
                <a:cs typeface="Avenir Next"/>
              </a:defRPr>
            </a:defPPr>
            <a:lvl1pPr algn="l">
              <a:defRPr sz="2250" b="0">
                <a:solidFill>
                  <a:srgbClr val="17222A"/>
                </a:solidFill>
                <a:latin typeface="Avenir Next"/>
                <a:ea typeface="Avenir Next"/>
                <a:cs typeface="Avenir Next"/>
              </a:defRPr>
            </a:lvl1pPr>
            <a:lvl2pPr algn="l">
              <a:defRPr sz="2250" b="0">
                <a:solidFill>
                  <a:srgbClr val="17222A"/>
                </a:solidFill>
                <a:latin typeface="Avenir Next"/>
                <a:ea typeface="Avenir Next"/>
                <a:cs typeface="Avenir Next"/>
              </a:defRPr>
            </a:lvl2pPr>
            <a:lvl3pPr algn="l">
              <a:defRPr sz="2250" b="0">
                <a:solidFill>
                  <a:srgbClr val="17222A"/>
                </a:solidFill>
                <a:latin typeface="Avenir Next"/>
                <a:ea typeface="Avenir Next"/>
                <a:cs typeface="Avenir Next"/>
              </a:defRPr>
            </a:lvl3pPr>
            <a:lvl4pPr algn="l">
              <a:defRPr sz="2250" b="0">
                <a:solidFill>
                  <a:srgbClr val="17222A"/>
                </a:solidFill>
                <a:latin typeface="Avenir Next"/>
                <a:ea typeface="Avenir Next"/>
                <a:cs typeface="Avenir Next"/>
              </a:defRPr>
            </a:lvl4pPr>
            <a:lvl5pPr algn="l">
              <a:defRPr sz="2250" b="0">
                <a:solidFill>
                  <a:srgbClr val="17222A"/>
                </a:solidFill>
                <a:latin typeface="Avenir Next"/>
                <a:ea typeface="Avenir Next"/>
                <a:cs typeface="Avenir Next"/>
              </a:defRPr>
            </a:lvl5pPr>
            <a:lvl6pPr algn="l">
              <a:defRPr sz="2250" b="0">
                <a:solidFill>
                  <a:srgbClr val="17222A"/>
                </a:solidFill>
                <a:latin typeface="Avenir Next"/>
                <a:ea typeface="Avenir Next"/>
                <a:cs typeface="Avenir Next"/>
              </a:defRPr>
            </a:lvl6pPr>
            <a:lvl7pPr algn="l">
              <a:defRPr sz="2250" b="0">
                <a:solidFill>
                  <a:srgbClr val="17222A"/>
                </a:solidFill>
                <a:latin typeface="Avenir Next"/>
                <a:ea typeface="Avenir Next"/>
                <a:cs typeface="Avenir Next"/>
              </a:defRPr>
            </a:lvl7pPr>
            <a:lvl8pPr algn="l">
              <a:defRPr sz="2250" b="0">
                <a:solidFill>
                  <a:srgbClr val="17222A"/>
                </a:solidFill>
                <a:latin typeface="Avenir Next"/>
                <a:ea typeface="Avenir Next"/>
                <a:cs typeface="Avenir Next"/>
              </a:defRPr>
            </a:lvl8pPr>
            <a:lvl9pPr algn="l">
              <a:defRPr sz="2250" b="0">
                <a:solidFill>
                  <a:srgbClr val="17222A"/>
                </a:solidFill>
                <a:latin typeface="Avenir Next"/>
                <a:ea typeface="Avenir Next"/>
                <a:cs typeface="Avenir Next"/>
              </a:defRPr>
            </a:lvl9pPr>
          </a:lstStyle>
          <a:p xmlns:a="http://schemas.openxmlformats.org/drawingml/2006/main">
            <a:pPr algn="l">
              <a:defRPr sz="2250" b="0">
                <a:solidFill>
                  <a:srgbClr val="17222A"/>
                </a:solidFill>
                <a:latin typeface="Avenir Next"/>
                <a:ea typeface="Avenir Next"/>
                <a:cs typeface="Avenir Next"/>
              </a:defRPr>
            </a:pPr>
            <a:r>
              <a:rPr sz="2250" b="0">
                <a:solidFill>
                  <a:srgbClr val="17222A"/>
                </a:solidFill>
                <a:latin typeface="Avenir Next"/>
                <a:ea typeface="Avenir Next"/>
                <a:cs typeface="Avenir Next"/>
              </a:rPr>
              <a:t>Labels are stored separately</a:t>
            </a:r>
          </a:p>
          <a:p xmlns:a="http://schemas.openxmlformats.org/drawingml/2006/main">
            <a:pPr algn="l">
              <a:defRPr sz="2250" b="0">
                <a:solidFill>
                  <a:srgbClr val="17222A"/>
                </a:solidFill>
                <a:latin typeface="Avenir Next"/>
                <a:ea typeface="Avenir Next"/>
                <a:cs typeface="Avenir Next"/>
              </a:defRPr>
            </a:pPr>
            <a:r>
              <a:rPr sz="2250" b="0">
                <a:solidFill>
                  <a:srgbClr val="17222A"/>
                </a:solidFill>
                <a:latin typeface="Avenir Next"/>
                <a:ea typeface="Avenir Next"/>
                <a:cs typeface="Avenir Next"/>
              </a:rPr>
              <a:t>from runtime inputs.</a:t>
            </a:r>
          </a:p>
        </p:txBody>
      </p:sp>
      <p:sp>
        <p:nvSpPr>
          <p:cNvPr id="5" name="Incident families in parentheses">
            <a:extLst xmlns:a="http://schemas.openxmlformats.org/drawingml/2006/main">
              <a:ext uri="{FF2B5EF4-FFF2-40B4-BE49-F238E27FC236}">
                <a16:creationId xmlns:a16="http://schemas.microsoft.com/office/drawing/2014/main" id="{A1837EBF-9315-4925-88E2-A6261990FB5B}"/>
              </a:ext>
            </a:extLst>
          </p:cNvPr>
          <p:cNvSpPr>
            <a:spLocks xmlns:a="http://schemas.openxmlformats.org/drawingml/2006/main" noGrp="1"/>
          </p:cNvSpPr>
          <p:nvPr/>
        </p:nvSpPr>
        <p:spPr>
          <a:xfrm xmlns:a="http://schemas.openxmlformats.org/drawingml/2006/main">
            <a:off x="6191250" y="7810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7A86"/>
                </a:solidFill>
                <a:latin typeface="Avenir Next"/>
                <a:ea typeface="Avenir Next"/>
                <a:cs typeface="Avenir Next"/>
              </a:defRPr>
            </a:defPPr>
            <a:lvl1pPr algn="l">
              <a:defRPr sz="1725" b="0">
                <a:solidFill>
                  <a:srgbClr val="687A86"/>
                </a:solidFill>
                <a:latin typeface="Avenir Next"/>
                <a:ea typeface="Avenir Next"/>
                <a:cs typeface="Avenir Next"/>
              </a:defRPr>
            </a:lvl1pPr>
            <a:lvl2pPr algn="l">
              <a:defRPr sz="1725" b="0">
                <a:solidFill>
                  <a:srgbClr val="687A86"/>
                </a:solidFill>
                <a:latin typeface="Avenir Next"/>
                <a:ea typeface="Avenir Next"/>
                <a:cs typeface="Avenir Next"/>
              </a:defRPr>
            </a:lvl2pPr>
            <a:lvl3pPr algn="l">
              <a:defRPr sz="1725" b="0">
                <a:solidFill>
                  <a:srgbClr val="687A86"/>
                </a:solidFill>
                <a:latin typeface="Avenir Next"/>
                <a:ea typeface="Avenir Next"/>
                <a:cs typeface="Avenir Next"/>
              </a:defRPr>
            </a:lvl3pPr>
            <a:lvl4pPr algn="l">
              <a:defRPr sz="1725" b="0">
                <a:solidFill>
                  <a:srgbClr val="687A86"/>
                </a:solidFill>
                <a:latin typeface="Avenir Next"/>
                <a:ea typeface="Avenir Next"/>
                <a:cs typeface="Avenir Next"/>
              </a:defRPr>
            </a:lvl4pPr>
            <a:lvl5pPr algn="l">
              <a:defRPr sz="1725" b="0">
                <a:solidFill>
                  <a:srgbClr val="687A86"/>
                </a:solidFill>
                <a:latin typeface="Avenir Next"/>
                <a:ea typeface="Avenir Next"/>
                <a:cs typeface="Avenir Next"/>
              </a:defRPr>
            </a:lvl5pPr>
            <a:lvl6pPr algn="l">
              <a:defRPr sz="1725" b="0">
                <a:solidFill>
                  <a:srgbClr val="687A86"/>
                </a:solidFill>
                <a:latin typeface="Avenir Next"/>
                <a:ea typeface="Avenir Next"/>
                <a:cs typeface="Avenir Next"/>
              </a:defRPr>
            </a:lvl6pPr>
            <a:lvl7pPr algn="l">
              <a:defRPr sz="1725" b="0">
                <a:solidFill>
                  <a:srgbClr val="687A86"/>
                </a:solidFill>
                <a:latin typeface="Avenir Next"/>
                <a:ea typeface="Avenir Next"/>
                <a:cs typeface="Avenir Next"/>
              </a:defRPr>
            </a:lvl7pPr>
            <a:lvl8pPr algn="l">
              <a:defRPr sz="1725" b="0">
                <a:solidFill>
                  <a:srgbClr val="687A86"/>
                </a:solidFill>
                <a:latin typeface="Avenir Next"/>
                <a:ea typeface="Avenir Next"/>
                <a:cs typeface="Avenir Next"/>
              </a:defRPr>
            </a:lvl8pPr>
            <a:lvl9pPr algn="l">
              <a:defRPr sz="1725" b="0">
                <a:solidFill>
                  <a:srgbClr val="687A86"/>
                </a:solidFill>
                <a:latin typeface="Avenir Next"/>
                <a:ea typeface="Avenir Next"/>
                <a:cs typeface="Avenir Next"/>
              </a:defRPr>
            </a:lvl9pPr>
          </a:lstStyle>
          <a:p xmlns:a="http://schemas.openxmlformats.org/drawingml/2006/main">
            <a:pPr algn="l">
              <a:defRPr sz="1725" b="0">
                <a:solidFill>
                  <a:srgbClr val="687A86"/>
                </a:solidFill>
                <a:latin typeface="Avenir Next"/>
                <a:ea typeface="Avenir Next"/>
                <a:cs typeface="Avenir Next"/>
              </a:defRPr>
            </a:pPr>
            <a:r>
              <a:rPr sz="1725" b="0">
                <a:solidFill>
                  <a:srgbClr val="687A86"/>
                </a:solidFill>
                <a:latin typeface="Avenir Next"/>
                <a:ea typeface="Avenir Next"/>
                <a:cs typeface="Avenir Next"/>
              </a:rPr>
              <a:t>Incident families in parentheses</a:t>
            </a:r>
          </a:p>
        </p:txBody>
      </p:sp>
      <p:graphicFrame>
        <p:nvGraphicFramePr>
          <p:cNvPr id="6" name="Chart">
            <a:extLst xmlns:a="http://schemas.openxmlformats.org/drawingml/2006/main">
              <a:ext uri="{FF2B5EF4-FFF2-40B4-BE49-F238E27FC236}">
                <a16:creationId xmlns:a16="http://schemas.microsoft.com/office/drawing/2014/main" id="{33BEE120-D0D2-4C48-8374-3DF4F5D4FF91}"/>
              </a:ext>
            </a:extLst>
          </p:cNvPr>
          <p:cNvGraphicFramePr/>
          <p:nvPr/>
        </p:nvGraphicFramePr>
        <p:xfrm>
          <a:off xmlns:a="http://schemas.openxmlformats.org/drawingml/2006/main" x="6191250" y="1333500"/>
          <a:ext xmlns:a="http://schemas.openxmlformats.org/drawingml/2006/main" cx="5410200" cy="3876675"/>
        </p:xfrm>
        <a:graphic xmlns:a="http://schemas.openxmlformats.org/drawingml/2006/main">
          <a:graphicData uri="http://schemas.openxmlformats.org/drawingml/2006/chart">
            <c:chart xmlns:r="http://schemas.openxmlformats.org/officeDocument/2006/relationships" xmlns:c="http://schemas.openxmlformats.org/drawingml/2006/chart" r:id="R7da0c91f618042af"/>
          </a:graphicData>
        </a:graphic>
      </p:graphicFrame>
      <p:sp>
        <p:nvSpPr>
          <p:cNvPr id="7" name="The fixed regression set was inspected during engineering.">
            <a:extLst xmlns:a="http://schemas.openxmlformats.org/drawingml/2006/main">
              <a:ext uri="{FF2B5EF4-FFF2-40B4-BE49-F238E27FC236}">
                <a16:creationId xmlns:a16="http://schemas.microsoft.com/office/drawing/2014/main" id="{5AA30C48-E199-49B9-B431-6DDAC0707EF2}"/>
              </a:ext>
            </a:extLst>
          </p:cNvPr>
          <p:cNvSpPr>
            <a:spLocks xmlns:a="http://schemas.openxmlformats.org/drawingml/2006/main" noGrp="1"/>
          </p:cNvSpPr>
          <p:nvPr/>
        </p:nvSpPr>
        <p:spPr>
          <a:xfrm xmlns:a="http://schemas.openxmlformats.org/drawingml/2006/main">
            <a:off x="590550" y="60864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87A86"/>
                </a:solidFill>
                <a:latin typeface="Avenir Next"/>
                <a:ea typeface="Avenir Next"/>
                <a:cs typeface="Avenir Next"/>
              </a:defRPr>
            </a:defPPr>
            <a:lvl1pPr algn="l">
              <a:defRPr sz="1800" b="0">
                <a:solidFill>
                  <a:srgbClr val="687A86"/>
                </a:solidFill>
                <a:latin typeface="Avenir Next"/>
                <a:ea typeface="Avenir Next"/>
                <a:cs typeface="Avenir Next"/>
              </a:defRPr>
            </a:lvl1pPr>
            <a:lvl2pPr algn="l">
              <a:defRPr sz="1800" b="0">
                <a:solidFill>
                  <a:srgbClr val="687A86"/>
                </a:solidFill>
                <a:latin typeface="Avenir Next"/>
                <a:ea typeface="Avenir Next"/>
                <a:cs typeface="Avenir Next"/>
              </a:defRPr>
            </a:lvl2pPr>
            <a:lvl3pPr algn="l">
              <a:defRPr sz="1800" b="0">
                <a:solidFill>
                  <a:srgbClr val="687A86"/>
                </a:solidFill>
                <a:latin typeface="Avenir Next"/>
                <a:ea typeface="Avenir Next"/>
                <a:cs typeface="Avenir Next"/>
              </a:defRPr>
            </a:lvl3pPr>
            <a:lvl4pPr algn="l">
              <a:defRPr sz="1800" b="0">
                <a:solidFill>
                  <a:srgbClr val="687A86"/>
                </a:solidFill>
                <a:latin typeface="Avenir Next"/>
                <a:ea typeface="Avenir Next"/>
                <a:cs typeface="Avenir Next"/>
              </a:defRPr>
            </a:lvl4pPr>
            <a:lvl5pPr algn="l">
              <a:defRPr sz="1800" b="0">
                <a:solidFill>
                  <a:srgbClr val="687A86"/>
                </a:solidFill>
                <a:latin typeface="Avenir Next"/>
                <a:ea typeface="Avenir Next"/>
                <a:cs typeface="Avenir Next"/>
              </a:defRPr>
            </a:lvl5pPr>
            <a:lvl6pPr algn="l">
              <a:defRPr sz="1800" b="0">
                <a:solidFill>
                  <a:srgbClr val="687A86"/>
                </a:solidFill>
                <a:latin typeface="Avenir Next"/>
                <a:ea typeface="Avenir Next"/>
                <a:cs typeface="Avenir Next"/>
              </a:defRPr>
            </a:lvl6pPr>
            <a:lvl7pPr algn="l">
              <a:defRPr sz="1800" b="0">
                <a:solidFill>
                  <a:srgbClr val="687A86"/>
                </a:solidFill>
                <a:latin typeface="Avenir Next"/>
                <a:ea typeface="Avenir Next"/>
                <a:cs typeface="Avenir Next"/>
              </a:defRPr>
            </a:lvl7pPr>
            <a:lvl8pPr algn="l">
              <a:defRPr sz="1800" b="0">
                <a:solidFill>
                  <a:srgbClr val="687A86"/>
                </a:solidFill>
                <a:latin typeface="Avenir Next"/>
                <a:ea typeface="Avenir Next"/>
                <a:cs typeface="Avenir Next"/>
              </a:defRPr>
            </a:lvl8pPr>
            <a:lvl9pPr algn="l">
              <a:defRPr sz="1800" b="0">
                <a:solidFill>
                  <a:srgbClr val="687A86"/>
                </a:solidFill>
                <a:latin typeface="Avenir Next"/>
                <a:ea typeface="Avenir Next"/>
                <a:cs typeface="Avenir Next"/>
              </a:defRPr>
            </a:lvl9pPr>
          </a:lstStyle>
          <a:p xmlns:a="http://schemas.openxmlformats.org/drawingml/2006/main">
            <a:pPr algn="l">
              <a:defRPr sz="1800" b="0">
                <a:solidFill>
                  <a:srgbClr val="687A86"/>
                </a:solidFill>
                <a:latin typeface="Avenir Next"/>
                <a:ea typeface="Avenir Next"/>
                <a:cs typeface="Avenir Next"/>
              </a:defRPr>
            </a:pPr>
            <a:r>
              <a:rPr sz="1800" b="0">
                <a:solidFill>
                  <a:srgbClr val="687A86"/>
                </a:solidFill>
                <a:latin typeface="Avenir Next"/>
                <a:ea typeface="Avenir Next"/>
                <a:cs typeface="Avenir Next"/>
              </a:rPr>
              <a:t>The fixed regression set was inspected during engineering.</a:t>
            </a:r>
          </a:p>
        </p:txBody>
      </p:sp>
    </p:spTree>
    <p:extLst>
      <p:ext uri="{BB962C8B-B14F-4D97-AF65-F5344CB8AC3E}">
        <p14:creationId xmlns:p14="http://schemas.microsoft.com/office/powerpoint/2010/main" val="15528504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Grouping results">
            <a:extLst xmlns:a="http://schemas.openxmlformats.org/drawingml/2006/main">
              <a:ext uri="{FF2B5EF4-FFF2-40B4-BE49-F238E27FC236}">
                <a16:creationId xmlns:a16="http://schemas.microsoft.com/office/drawing/2014/main" id="{60DA925D-5D56-459E-9A0B-A665FAA62695}"/>
              </a:ext>
            </a:extLst>
          </p:cNvPr>
          <p:cNvSpPr>
            <a:spLocks xmlns:a="http://schemas.openxmlformats.org/drawingml/2006/main" noGrp="1"/>
          </p:cNvSpPr>
          <p:nvPr/>
        </p:nvSpPr>
        <p:spPr>
          <a:xfrm xmlns:a="http://schemas.openxmlformats.org/drawingml/2006/main">
            <a:off x="533400" y="3429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250" b="1">
                <a:solidFill>
                  <a:srgbClr val="17222A"/>
                </a:solidFill>
                <a:latin typeface="Avenir Next"/>
                <a:ea typeface="Avenir Next"/>
                <a:cs typeface="Avenir Next"/>
              </a:defRPr>
            </a:defPPr>
            <a:lvl1pPr algn="l">
              <a:defRPr sz="5250" b="1">
                <a:solidFill>
                  <a:srgbClr val="17222A"/>
                </a:solidFill>
                <a:latin typeface="Avenir Next"/>
                <a:ea typeface="Avenir Next"/>
                <a:cs typeface="Avenir Next"/>
              </a:defRPr>
            </a:lvl1pPr>
            <a:lvl2pPr algn="l">
              <a:defRPr sz="5250" b="1">
                <a:solidFill>
                  <a:srgbClr val="17222A"/>
                </a:solidFill>
                <a:latin typeface="Avenir Next"/>
                <a:ea typeface="Avenir Next"/>
                <a:cs typeface="Avenir Next"/>
              </a:defRPr>
            </a:lvl2pPr>
            <a:lvl3pPr algn="l">
              <a:defRPr sz="5250" b="1">
                <a:solidFill>
                  <a:srgbClr val="17222A"/>
                </a:solidFill>
                <a:latin typeface="Avenir Next"/>
                <a:ea typeface="Avenir Next"/>
                <a:cs typeface="Avenir Next"/>
              </a:defRPr>
            </a:lvl3pPr>
            <a:lvl4pPr algn="l">
              <a:defRPr sz="5250" b="1">
                <a:solidFill>
                  <a:srgbClr val="17222A"/>
                </a:solidFill>
                <a:latin typeface="Avenir Next"/>
                <a:ea typeface="Avenir Next"/>
                <a:cs typeface="Avenir Next"/>
              </a:defRPr>
            </a:lvl4pPr>
            <a:lvl5pPr algn="l">
              <a:defRPr sz="5250" b="1">
                <a:solidFill>
                  <a:srgbClr val="17222A"/>
                </a:solidFill>
                <a:latin typeface="Avenir Next"/>
                <a:ea typeface="Avenir Next"/>
                <a:cs typeface="Avenir Next"/>
              </a:defRPr>
            </a:lvl5pPr>
            <a:lvl6pPr algn="l">
              <a:defRPr sz="5250" b="1">
                <a:solidFill>
                  <a:srgbClr val="17222A"/>
                </a:solidFill>
                <a:latin typeface="Avenir Next"/>
                <a:ea typeface="Avenir Next"/>
                <a:cs typeface="Avenir Next"/>
              </a:defRPr>
            </a:lvl6pPr>
            <a:lvl7pPr algn="l">
              <a:defRPr sz="5250" b="1">
                <a:solidFill>
                  <a:srgbClr val="17222A"/>
                </a:solidFill>
                <a:latin typeface="Avenir Next"/>
                <a:ea typeface="Avenir Next"/>
                <a:cs typeface="Avenir Next"/>
              </a:defRPr>
            </a:lvl7pPr>
            <a:lvl8pPr algn="l">
              <a:defRPr sz="5250" b="1">
                <a:solidFill>
                  <a:srgbClr val="17222A"/>
                </a:solidFill>
                <a:latin typeface="Avenir Next"/>
                <a:ea typeface="Avenir Next"/>
                <a:cs typeface="Avenir Next"/>
              </a:defRPr>
            </a:lvl8pPr>
            <a:lvl9pPr algn="l">
              <a:defRPr sz="5250" b="1">
                <a:solidFill>
                  <a:srgbClr val="17222A"/>
                </a:solidFill>
                <a:latin typeface="Avenir Next"/>
                <a:ea typeface="Avenir Next"/>
                <a:cs typeface="Avenir Next"/>
              </a:defRPr>
            </a:lvl9pPr>
          </a:lstStyle>
          <a:p xmlns:a="http://schemas.openxmlformats.org/drawingml/2006/main">
            <a:pPr algn="l">
              <a:defRPr sz="5250" b="1">
                <a:solidFill>
                  <a:srgbClr val="17222A"/>
                </a:solidFill>
                <a:latin typeface="Avenir Next"/>
                <a:ea typeface="Avenir Next"/>
                <a:cs typeface="Avenir Next"/>
              </a:defRPr>
            </a:pPr>
            <a:r>
              <a:rPr sz="5250" b="1">
                <a:solidFill>
                  <a:srgbClr val="17222A"/>
                </a:solidFill>
                <a:latin typeface="Avenir Next"/>
                <a:ea typeface="Avenir Next"/>
                <a:cs typeface="Avenir Next"/>
              </a:rPr>
              <a:t>Grouping results</a:t>
            </a:r>
          </a:p>
        </p:txBody>
      </p:sp>
      <p:sp>
        <p:nvSpPr>
          <p:cNvPr id="3" name="60-report synthetic regression set">
            <a:extLst xmlns:a="http://schemas.openxmlformats.org/drawingml/2006/main">
              <a:ext uri="{FF2B5EF4-FFF2-40B4-BE49-F238E27FC236}">
                <a16:creationId xmlns:a16="http://schemas.microsoft.com/office/drawing/2014/main" id="{6FF47D2D-1A1B-4C5D-B47D-3AFC24D80BDE}"/>
              </a:ext>
            </a:extLst>
          </p:cNvPr>
          <p:cNvSpPr>
            <a:spLocks xmlns:a="http://schemas.openxmlformats.org/drawingml/2006/main" noGrp="1"/>
          </p:cNvSpPr>
          <p:nvPr/>
        </p:nvSpPr>
        <p:spPr>
          <a:xfrm xmlns:a="http://schemas.openxmlformats.org/drawingml/2006/main">
            <a:off x="590550" y="1285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7A86"/>
                </a:solidFill>
                <a:latin typeface="Avenir Next"/>
                <a:ea typeface="Avenir Next"/>
                <a:cs typeface="Avenir Next"/>
              </a:defRPr>
            </a:defPPr>
            <a:lvl1pPr algn="l">
              <a:defRPr sz="2175" b="0">
                <a:solidFill>
                  <a:srgbClr val="687A86"/>
                </a:solidFill>
                <a:latin typeface="Avenir Next"/>
                <a:ea typeface="Avenir Next"/>
                <a:cs typeface="Avenir Next"/>
              </a:defRPr>
            </a:lvl1pPr>
            <a:lvl2pPr algn="l">
              <a:defRPr sz="2175" b="0">
                <a:solidFill>
                  <a:srgbClr val="687A86"/>
                </a:solidFill>
                <a:latin typeface="Avenir Next"/>
                <a:ea typeface="Avenir Next"/>
                <a:cs typeface="Avenir Next"/>
              </a:defRPr>
            </a:lvl2pPr>
            <a:lvl3pPr algn="l">
              <a:defRPr sz="2175" b="0">
                <a:solidFill>
                  <a:srgbClr val="687A86"/>
                </a:solidFill>
                <a:latin typeface="Avenir Next"/>
                <a:ea typeface="Avenir Next"/>
                <a:cs typeface="Avenir Next"/>
              </a:defRPr>
            </a:lvl3pPr>
            <a:lvl4pPr algn="l">
              <a:defRPr sz="2175" b="0">
                <a:solidFill>
                  <a:srgbClr val="687A86"/>
                </a:solidFill>
                <a:latin typeface="Avenir Next"/>
                <a:ea typeface="Avenir Next"/>
                <a:cs typeface="Avenir Next"/>
              </a:defRPr>
            </a:lvl4pPr>
            <a:lvl5pPr algn="l">
              <a:defRPr sz="2175" b="0">
                <a:solidFill>
                  <a:srgbClr val="687A86"/>
                </a:solidFill>
                <a:latin typeface="Avenir Next"/>
                <a:ea typeface="Avenir Next"/>
                <a:cs typeface="Avenir Next"/>
              </a:defRPr>
            </a:lvl5pPr>
            <a:lvl6pPr algn="l">
              <a:defRPr sz="2175" b="0">
                <a:solidFill>
                  <a:srgbClr val="687A86"/>
                </a:solidFill>
                <a:latin typeface="Avenir Next"/>
                <a:ea typeface="Avenir Next"/>
                <a:cs typeface="Avenir Next"/>
              </a:defRPr>
            </a:lvl6pPr>
            <a:lvl7pPr algn="l">
              <a:defRPr sz="2175" b="0">
                <a:solidFill>
                  <a:srgbClr val="687A86"/>
                </a:solidFill>
                <a:latin typeface="Avenir Next"/>
                <a:ea typeface="Avenir Next"/>
                <a:cs typeface="Avenir Next"/>
              </a:defRPr>
            </a:lvl7pPr>
            <a:lvl8pPr algn="l">
              <a:defRPr sz="2175" b="0">
                <a:solidFill>
                  <a:srgbClr val="687A86"/>
                </a:solidFill>
                <a:latin typeface="Avenir Next"/>
                <a:ea typeface="Avenir Next"/>
                <a:cs typeface="Avenir Next"/>
              </a:defRPr>
            </a:lvl8pPr>
            <a:lvl9pPr algn="l">
              <a:defRPr sz="2175" b="0">
                <a:solidFill>
                  <a:srgbClr val="687A86"/>
                </a:solidFill>
                <a:latin typeface="Avenir Next"/>
                <a:ea typeface="Avenir Next"/>
                <a:cs typeface="Avenir Next"/>
              </a:defRPr>
            </a:lvl9pPr>
          </a:lstStyle>
          <a:p xmlns:a="http://schemas.openxmlformats.org/drawingml/2006/main">
            <a:pPr algn="l">
              <a:defRPr sz="2175" b="0">
                <a:solidFill>
                  <a:srgbClr val="687A86"/>
                </a:solidFill>
                <a:latin typeface="Avenir Next"/>
                <a:ea typeface="Avenir Next"/>
                <a:cs typeface="Avenir Next"/>
              </a:defRPr>
            </a:pPr>
            <a:r>
              <a:rPr sz="2175" b="0">
                <a:solidFill>
                  <a:srgbClr val="687A86"/>
                </a:solidFill>
                <a:latin typeface="Avenir Next"/>
                <a:ea typeface="Avenir Next"/>
                <a:cs typeface="Avenir Next"/>
              </a:rPr>
              <a:t>60-report synthetic regression set</a:t>
            </a:r>
          </a:p>
        </p:txBody>
      </p:sp>
      <p:graphicFrame>
        <p:nvGraphicFramePr>
          <p:cNvPr id="4" name="Chart">
            <a:extLst xmlns:a="http://schemas.openxmlformats.org/drawingml/2006/main">
              <a:ext uri="{FF2B5EF4-FFF2-40B4-BE49-F238E27FC236}">
                <a16:creationId xmlns:a16="http://schemas.microsoft.com/office/drawing/2014/main" id="{841DF9F2-303B-45E1-9FA6-397F1D7D5092}"/>
              </a:ext>
            </a:extLst>
          </p:cNvPr>
          <p:cNvGraphicFramePr/>
          <p:nvPr/>
        </p:nvGraphicFramePr>
        <p:xfrm>
          <a:off xmlns:a="http://schemas.openxmlformats.org/drawingml/2006/main" x="457200" y="2085975"/>
          <a:ext xmlns:a="http://schemas.openxmlformats.org/drawingml/2006/main" cx="7191375" cy="3457575"/>
        </p:xfrm>
        <a:graphic xmlns:a="http://schemas.openxmlformats.org/drawingml/2006/main">
          <a:graphicData uri="http://schemas.openxmlformats.org/drawingml/2006/chart">
            <c:chart xmlns:r="http://schemas.openxmlformats.org/officeDocument/2006/relationships" xmlns:c="http://schemas.openxmlformats.org/drawingml/2006/chart" r:id="R7ecd1ee1abd44735"/>
          </a:graphicData>
        </a:graphic>
      </p:graphicFrame>
      <p:sp>
        <p:nvSpPr>
          <p:cNvPr id="5" name="41">
            <a:extLst xmlns:a="http://schemas.openxmlformats.org/drawingml/2006/main">
              <a:ext uri="{FF2B5EF4-FFF2-40B4-BE49-F238E27FC236}">
                <a16:creationId xmlns:a16="http://schemas.microsoft.com/office/drawing/2014/main" id="{EABF31D1-5653-45D0-990C-CAB8402C1F5F}"/>
              </a:ext>
            </a:extLst>
          </p:cNvPr>
          <p:cNvSpPr>
            <a:spLocks xmlns:a="http://schemas.openxmlformats.org/drawingml/2006/main" noGrp="1"/>
          </p:cNvSpPr>
          <p:nvPr/>
        </p:nvSpPr>
        <p:spPr>
          <a:xfrm xmlns:a="http://schemas.openxmlformats.org/drawingml/2006/main">
            <a:off x="8601075" y="1943100"/>
            <a:ext cx="3000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725" b="1">
                <a:solidFill>
                  <a:srgbClr val="FF6429"/>
                </a:solidFill>
                <a:latin typeface="Avenir Next"/>
                <a:ea typeface="Avenir Next"/>
                <a:cs typeface="Avenir Next"/>
              </a:defRPr>
            </a:defPPr>
            <a:lvl1pPr algn="l">
              <a:defRPr sz="10725" b="1">
                <a:solidFill>
                  <a:srgbClr val="FF6429"/>
                </a:solidFill>
                <a:latin typeface="Avenir Next"/>
                <a:ea typeface="Avenir Next"/>
                <a:cs typeface="Avenir Next"/>
              </a:defRPr>
            </a:lvl1pPr>
            <a:lvl2pPr algn="l">
              <a:defRPr sz="10725" b="1">
                <a:solidFill>
                  <a:srgbClr val="FF6429"/>
                </a:solidFill>
                <a:latin typeface="Avenir Next"/>
                <a:ea typeface="Avenir Next"/>
                <a:cs typeface="Avenir Next"/>
              </a:defRPr>
            </a:lvl2pPr>
            <a:lvl3pPr algn="l">
              <a:defRPr sz="10725" b="1">
                <a:solidFill>
                  <a:srgbClr val="FF6429"/>
                </a:solidFill>
                <a:latin typeface="Avenir Next"/>
                <a:ea typeface="Avenir Next"/>
                <a:cs typeface="Avenir Next"/>
              </a:defRPr>
            </a:lvl3pPr>
            <a:lvl4pPr algn="l">
              <a:defRPr sz="10725" b="1">
                <a:solidFill>
                  <a:srgbClr val="FF6429"/>
                </a:solidFill>
                <a:latin typeface="Avenir Next"/>
                <a:ea typeface="Avenir Next"/>
                <a:cs typeface="Avenir Next"/>
              </a:defRPr>
            </a:lvl4pPr>
            <a:lvl5pPr algn="l">
              <a:defRPr sz="10725" b="1">
                <a:solidFill>
                  <a:srgbClr val="FF6429"/>
                </a:solidFill>
                <a:latin typeface="Avenir Next"/>
                <a:ea typeface="Avenir Next"/>
                <a:cs typeface="Avenir Next"/>
              </a:defRPr>
            </a:lvl5pPr>
            <a:lvl6pPr algn="l">
              <a:defRPr sz="10725" b="1">
                <a:solidFill>
                  <a:srgbClr val="FF6429"/>
                </a:solidFill>
                <a:latin typeface="Avenir Next"/>
                <a:ea typeface="Avenir Next"/>
                <a:cs typeface="Avenir Next"/>
              </a:defRPr>
            </a:lvl6pPr>
            <a:lvl7pPr algn="l">
              <a:defRPr sz="10725" b="1">
                <a:solidFill>
                  <a:srgbClr val="FF6429"/>
                </a:solidFill>
                <a:latin typeface="Avenir Next"/>
                <a:ea typeface="Avenir Next"/>
                <a:cs typeface="Avenir Next"/>
              </a:defRPr>
            </a:lvl7pPr>
            <a:lvl8pPr algn="l">
              <a:defRPr sz="10725" b="1">
                <a:solidFill>
                  <a:srgbClr val="FF6429"/>
                </a:solidFill>
                <a:latin typeface="Avenir Next"/>
                <a:ea typeface="Avenir Next"/>
                <a:cs typeface="Avenir Next"/>
              </a:defRPr>
            </a:lvl8pPr>
            <a:lvl9pPr algn="l">
              <a:defRPr sz="10725" b="1">
                <a:solidFill>
                  <a:srgbClr val="FF6429"/>
                </a:solidFill>
                <a:latin typeface="Avenir Next"/>
                <a:ea typeface="Avenir Next"/>
                <a:cs typeface="Avenir Next"/>
              </a:defRPr>
            </a:lvl9pPr>
          </a:lstStyle>
          <a:p xmlns:a="http://schemas.openxmlformats.org/drawingml/2006/main">
            <a:pPr algn="l">
              <a:defRPr sz="10725" b="1">
                <a:solidFill>
                  <a:srgbClr val="FF6429"/>
                </a:solidFill>
                <a:latin typeface="Avenir Next"/>
                <a:ea typeface="Avenir Next"/>
                <a:cs typeface="Avenir Next"/>
              </a:defRPr>
            </a:pPr>
            <a:r>
              <a:rPr sz="10725" b="1">
                <a:solidFill>
                  <a:srgbClr val="FF6429"/>
                </a:solidFill>
                <a:latin typeface="Avenir Next"/>
                <a:ea typeface="Avenir Next"/>
                <a:cs typeface="Avenir Next"/>
              </a:rPr>
              <a:t>41</a:t>
            </a:r>
          </a:p>
        </p:txBody>
      </p:sp>
      <p:sp>
        <p:nvSpPr>
          <p:cNvPr id="6" name="of 66 same-family&#10;pairs recovered">
            <a:extLst xmlns:a="http://schemas.openxmlformats.org/drawingml/2006/main">
              <a:ext uri="{FF2B5EF4-FFF2-40B4-BE49-F238E27FC236}">
                <a16:creationId xmlns:a16="http://schemas.microsoft.com/office/drawing/2014/main" id="{B880B125-9BA5-467C-8045-4441CC13F659}"/>
              </a:ext>
            </a:extLst>
          </p:cNvPr>
          <p:cNvSpPr>
            <a:spLocks xmlns:a="http://schemas.openxmlformats.org/drawingml/2006/main" noGrp="1"/>
          </p:cNvSpPr>
          <p:nvPr/>
        </p:nvSpPr>
        <p:spPr>
          <a:xfrm xmlns:a="http://schemas.openxmlformats.org/drawingml/2006/main">
            <a:off x="8648700" y="3752850"/>
            <a:ext cx="29146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222A"/>
                </a:solidFill>
                <a:latin typeface="Avenir Next"/>
                <a:ea typeface="Avenir Next"/>
                <a:cs typeface="Avenir Next"/>
              </a:defRPr>
            </a:defPPr>
            <a:lvl1pPr algn="l">
              <a:defRPr sz="2175" b="1">
                <a:solidFill>
                  <a:srgbClr val="17222A"/>
                </a:solidFill>
                <a:latin typeface="Avenir Next"/>
                <a:ea typeface="Avenir Next"/>
                <a:cs typeface="Avenir Next"/>
              </a:defRPr>
            </a:lvl1pPr>
            <a:lvl2pPr algn="l">
              <a:defRPr sz="2175" b="1">
                <a:solidFill>
                  <a:srgbClr val="17222A"/>
                </a:solidFill>
                <a:latin typeface="Avenir Next"/>
                <a:ea typeface="Avenir Next"/>
                <a:cs typeface="Avenir Next"/>
              </a:defRPr>
            </a:lvl2pPr>
            <a:lvl3pPr algn="l">
              <a:defRPr sz="2175" b="1">
                <a:solidFill>
                  <a:srgbClr val="17222A"/>
                </a:solidFill>
                <a:latin typeface="Avenir Next"/>
                <a:ea typeface="Avenir Next"/>
                <a:cs typeface="Avenir Next"/>
              </a:defRPr>
            </a:lvl3pPr>
            <a:lvl4pPr algn="l">
              <a:defRPr sz="2175" b="1">
                <a:solidFill>
                  <a:srgbClr val="17222A"/>
                </a:solidFill>
                <a:latin typeface="Avenir Next"/>
                <a:ea typeface="Avenir Next"/>
                <a:cs typeface="Avenir Next"/>
              </a:defRPr>
            </a:lvl4pPr>
            <a:lvl5pPr algn="l">
              <a:defRPr sz="2175" b="1">
                <a:solidFill>
                  <a:srgbClr val="17222A"/>
                </a:solidFill>
                <a:latin typeface="Avenir Next"/>
                <a:ea typeface="Avenir Next"/>
                <a:cs typeface="Avenir Next"/>
              </a:defRPr>
            </a:lvl5pPr>
            <a:lvl6pPr algn="l">
              <a:defRPr sz="2175" b="1">
                <a:solidFill>
                  <a:srgbClr val="17222A"/>
                </a:solidFill>
                <a:latin typeface="Avenir Next"/>
                <a:ea typeface="Avenir Next"/>
                <a:cs typeface="Avenir Next"/>
              </a:defRPr>
            </a:lvl6pPr>
            <a:lvl7pPr algn="l">
              <a:defRPr sz="2175" b="1">
                <a:solidFill>
                  <a:srgbClr val="17222A"/>
                </a:solidFill>
                <a:latin typeface="Avenir Next"/>
                <a:ea typeface="Avenir Next"/>
                <a:cs typeface="Avenir Next"/>
              </a:defRPr>
            </a:lvl7pPr>
            <a:lvl8pPr algn="l">
              <a:defRPr sz="2175" b="1">
                <a:solidFill>
                  <a:srgbClr val="17222A"/>
                </a:solidFill>
                <a:latin typeface="Avenir Next"/>
                <a:ea typeface="Avenir Next"/>
                <a:cs typeface="Avenir Next"/>
              </a:defRPr>
            </a:lvl8pPr>
            <a:lvl9pPr algn="l">
              <a:defRPr sz="2175" b="1">
                <a:solidFill>
                  <a:srgbClr val="17222A"/>
                </a:solidFill>
                <a:latin typeface="Avenir Next"/>
                <a:ea typeface="Avenir Next"/>
                <a:cs typeface="Avenir Next"/>
              </a:defRPr>
            </a:lvl9pPr>
          </a:lstStyle>
          <a:p xmlns:a="http://schemas.openxmlformats.org/drawingml/2006/main">
            <a:pPr algn="l">
              <a:defRPr sz="2175" b="1">
                <a:solidFill>
                  <a:srgbClr val="17222A"/>
                </a:solidFill>
                <a:latin typeface="Avenir Next"/>
                <a:ea typeface="Avenir Next"/>
                <a:cs typeface="Avenir Next"/>
              </a:defRPr>
            </a:pPr>
            <a:r>
              <a:rPr sz="2175" b="1">
                <a:solidFill>
                  <a:srgbClr val="17222A"/>
                </a:solidFill>
                <a:latin typeface="Avenir Next"/>
                <a:ea typeface="Avenir Next"/>
                <a:cs typeface="Avenir Next"/>
              </a:rPr>
              <a:t>of 66 same-family</a:t>
            </a:r>
          </a:p>
          <a:p xmlns:a="http://schemas.openxmlformats.org/drawingml/2006/main">
            <a:pPr algn="l">
              <a:defRPr sz="2175" b="1">
                <a:solidFill>
                  <a:srgbClr val="17222A"/>
                </a:solidFill>
                <a:latin typeface="Avenir Next"/>
                <a:ea typeface="Avenir Next"/>
                <a:cs typeface="Avenir Next"/>
              </a:defRPr>
            </a:pPr>
            <a:r>
              <a:rPr sz="2175" b="1">
                <a:solidFill>
                  <a:srgbClr val="17222A"/>
                </a:solidFill>
                <a:latin typeface="Avenir Next"/>
                <a:ea typeface="Avenir Next"/>
                <a:cs typeface="Avenir Next"/>
              </a:rPr>
              <a:t>pairs recovered</a:t>
            </a:r>
          </a:p>
        </p:txBody>
      </p:sp>
      <p:sp>
        <p:nvSpPr>
          <p:cNvPr id="7" name="Jaccard recovered 4">
            <a:extLst xmlns:a="http://schemas.openxmlformats.org/drawingml/2006/main">
              <a:ext uri="{FF2B5EF4-FFF2-40B4-BE49-F238E27FC236}">
                <a16:creationId xmlns:a16="http://schemas.microsoft.com/office/drawing/2014/main" id="{40C2A38C-0277-45CA-BAF8-834449F54676}"/>
              </a:ext>
            </a:extLst>
          </p:cNvPr>
          <p:cNvSpPr>
            <a:spLocks xmlns:a="http://schemas.openxmlformats.org/drawingml/2006/main" noGrp="1"/>
          </p:cNvSpPr>
          <p:nvPr/>
        </p:nvSpPr>
        <p:spPr>
          <a:xfrm xmlns:a="http://schemas.openxmlformats.org/drawingml/2006/main">
            <a:off x="8648700" y="5000625"/>
            <a:ext cx="291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87A86"/>
                </a:solidFill>
                <a:latin typeface="Avenir Next"/>
                <a:ea typeface="Avenir Next"/>
                <a:cs typeface="Avenir Next"/>
              </a:defRPr>
            </a:defPPr>
            <a:lvl1pPr algn="l">
              <a:defRPr sz="1875" b="0">
                <a:solidFill>
                  <a:srgbClr val="687A86"/>
                </a:solidFill>
                <a:latin typeface="Avenir Next"/>
                <a:ea typeface="Avenir Next"/>
                <a:cs typeface="Avenir Next"/>
              </a:defRPr>
            </a:lvl1pPr>
            <a:lvl2pPr algn="l">
              <a:defRPr sz="1875" b="0">
                <a:solidFill>
                  <a:srgbClr val="687A86"/>
                </a:solidFill>
                <a:latin typeface="Avenir Next"/>
                <a:ea typeface="Avenir Next"/>
                <a:cs typeface="Avenir Next"/>
              </a:defRPr>
            </a:lvl2pPr>
            <a:lvl3pPr algn="l">
              <a:defRPr sz="1875" b="0">
                <a:solidFill>
                  <a:srgbClr val="687A86"/>
                </a:solidFill>
                <a:latin typeface="Avenir Next"/>
                <a:ea typeface="Avenir Next"/>
                <a:cs typeface="Avenir Next"/>
              </a:defRPr>
            </a:lvl3pPr>
            <a:lvl4pPr algn="l">
              <a:defRPr sz="1875" b="0">
                <a:solidFill>
                  <a:srgbClr val="687A86"/>
                </a:solidFill>
                <a:latin typeface="Avenir Next"/>
                <a:ea typeface="Avenir Next"/>
                <a:cs typeface="Avenir Next"/>
              </a:defRPr>
            </a:lvl4pPr>
            <a:lvl5pPr algn="l">
              <a:defRPr sz="1875" b="0">
                <a:solidFill>
                  <a:srgbClr val="687A86"/>
                </a:solidFill>
                <a:latin typeface="Avenir Next"/>
                <a:ea typeface="Avenir Next"/>
                <a:cs typeface="Avenir Next"/>
              </a:defRPr>
            </a:lvl5pPr>
            <a:lvl6pPr algn="l">
              <a:defRPr sz="1875" b="0">
                <a:solidFill>
                  <a:srgbClr val="687A86"/>
                </a:solidFill>
                <a:latin typeface="Avenir Next"/>
                <a:ea typeface="Avenir Next"/>
                <a:cs typeface="Avenir Next"/>
              </a:defRPr>
            </a:lvl6pPr>
            <a:lvl7pPr algn="l">
              <a:defRPr sz="1875" b="0">
                <a:solidFill>
                  <a:srgbClr val="687A86"/>
                </a:solidFill>
                <a:latin typeface="Avenir Next"/>
                <a:ea typeface="Avenir Next"/>
                <a:cs typeface="Avenir Next"/>
              </a:defRPr>
            </a:lvl7pPr>
            <a:lvl8pPr algn="l">
              <a:defRPr sz="1875" b="0">
                <a:solidFill>
                  <a:srgbClr val="687A86"/>
                </a:solidFill>
                <a:latin typeface="Avenir Next"/>
                <a:ea typeface="Avenir Next"/>
                <a:cs typeface="Avenir Next"/>
              </a:defRPr>
            </a:lvl8pPr>
            <a:lvl9pPr algn="l">
              <a:defRPr sz="1875" b="0">
                <a:solidFill>
                  <a:srgbClr val="687A86"/>
                </a:solidFill>
                <a:latin typeface="Avenir Next"/>
                <a:ea typeface="Avenir Next"/>
                <a:cs typeface="Avenir Next"/>
              </a:defRPr>
            </a:lvl9pPr>
          </a:lstStyle>
          <a:p xmlns:a="http://schemas.openxmlformats.org/drawingml/2006/main">
            <a:pPr algn="l">
              <a:defRPr sz="1875" b="0">
                <a:solidFill>
                  <a:srgbClr val="687A86"/>
                </a:solidFill>
                <a:latin typeface="Avenir Next"/>
                <a:ea typeface="Avenir Next"/>
                <a:cs typeface="Avenir Next"/>
              </a:defRPr>
            </a:pPr>
            <a:r>
              <a:rPr sz="1875" b="0">
                <a:solidFill>
                  <a:srgbClr val="687A86"/>
                </a:solidFill>
                <a:latin typeface="Avenir Next"/>
                <a:ea typeface="Avenir Next"/>
                <a:cs typeface="Avenir Next"/>
              </a:rPr>
              <a:t>Jaccard recovered 4</a:t>
            </a:r>
          </a:p>
        </p:txBody>
      </p:sp>
      <p:sp>
        <p:nvSpPr>
          <p:cNvPr id="8" name="1.000 precision for both methods. Zero observed false merge pair">
            <a:extLst xmlns:a="http://schemas.openxmlformats.org/drawingml/2006/main">
              <a:ext uri="{FF2B5EF4-FFF2-40B4-BE49-F238E27FC236}">
                <a16:creationId xmlns:a16="http://schemas.microsoft.com/office/drawing/2014/main" id="{F547D022-6215-444F-9867-8D6D214AA50E}"/>
              </a:ext>
            </a:extLst>
          </p:cNvPr>
          <p:cNvSpPr>
            <a:spLocks xmlns:a="http://schemas.openxmlformats.org/drawingml/2006/main" noGrp="1"/>
          </p:cNvSpPr>
          <p:nvPr/>
        </p:nvSpPr>
        <p:spPr>
          <a:xfrm xmlns:a="http://schemas.openxmlformats.org/drawingml/2006/main">
            <a:off x="590550" y="5857875"/>
            <a:ext cx="1100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22A"/>
                </a:solidFill>
                <a:latin typeface="Avenir Next"/>
                <a:ea typeface="Avenir Next"/>
                <a:cs typeface="Avenir Next"/>
              </a:defRPr>
            </a:defPPr>
            <a:lvl1pPr algn="l">
              <a:defRPr sz="1875" b="1">
                <a:solidFill>
                  <a:srgbClr val="17222A"/>
                </a:solidFill>
                <a:latin typeface="Avenir Next"/>
                <a:ea typeface="Avenir Next"/>
                <a:cs typeface="Avenir Next"/>
              </a:defRPr>
            </a:lvl1pPr>
            <a:lvl2pPr algn="l">
              <a:defRPr sz="1875" b="1">
                <a:solidFill>
                  <a:srgbClr val="17222A"/>
                </a:solidFill>
                <a:latin typeface="Avenir Next"/>
                <a:ea typeface="Avenir Next"/>
                <a:cs typeface="Avenir Next"/>
              </a:defRPr>
            </a:lvl2pPr>
            <a:lvl3pPr algn="l">
              <a:defRPr sz="1875" b="1">
                <a:solidFill>
                  <a:srgbClr val="17222A"/>
                </a:solidFill>
                <a:latin typeface="Avenir Next"/>
                <a:ea typeface="Avenir Next"/>
                <a:cs typeface="Avenir Next"/>
              </a:defRPr>
            </a:lvl3pPr>
            <a:lvl4pPr algn="l">
              <a:defRPr sz="1875" b="1">
                <a:solidFill>
                  <a:srgbClr val="17222A"/>
                </a:solidFill>
                <a:latin typeface="Avenir Next"/>
                <a:ea typeface="Avenir Next"/>
                <a:cs typeface="Avenir Next"/>
              </a:defRPr>
            </a:lvl4pPr>
            <a:lvl5pPr algn="l">
              <a:defRPr sz="1875" b="1">
                <a:solidFill>
                  <a:srgbClr val="17222A"/>
                </a:solidFill>
                <a:latin typeface="Avenir Next"/>
                <a:ea typeface="Avenir Next"/>
                <a:cs typeface="Avenir Next"/>
              </a:defRPr>
            </a:lvl5pPr>
            <a:lvl6pPr algn="l">
              <a:defRPr sz="1875" b="1">
                <a:solidFill>
                  <a:srgbClr val="17222A"/>
                </a:solidFill>
                <a:latin typeface="Avenir Next"/>
                <a:ea typeface="Avenir Next"/>
                <a:cs typeface="Avenir Next"/>
              </a:defRPr>
            </a:lvl6pPr>
            <a:lvl7pPr algn="l">
              <a:defRPr sz="1875" b="1">
                <a:solidFill>
                  <a:srgbClr val="17222A"/>
                </a:solidFill>
                <a:latin typeface="Avenir Next"/>
                <a:ea typeface="Avenir Next"/>
                <a:cs typeface="Avenir Next"/>
              </a:defRPr>
            </a:lvl7pPr>
            <a:lvl8pPr algn="l">
              <a:defRPr sz="1875" b="1">
                <a:solidFill>
                  <a:srgbClr val="17222A"/>
                </a:solidFill>
                <a:latin typeface="Avenir Next"/>
                <a:ea typeface="Avenir Next"/>
                <a:cs typeface="Avenir Next"/>
              </a:defRPr>
            </a:lvl8pPr>
            <a:lvl9pPr algn="l">
              <a:defRPr sz="1875" b="1">
                <a:solidFill>
                  <a:srgbClr val="17222A"/>
                </a:solidFill>
                <a:latin typeface="Avenir Next"/>
                <a:ea typeface="Avenir Next"/>
                <a:cs typeface="Avenir Next"/>
              </a:defRPr>
            </a:lvl9pPr>
          </a:lstStyle>
          <a:p xmlns:a="http://schemas.openxmlformats.org/drawingml/2006/main">
            <a:pPr algn="l">
              <a:defRPr sz="1875" b="1">
                <a:solidFill>
                  <a:srgbClr val="17222A"/>
                </a:solidFill>
                <a:latin typeface="Avenir Next"/>
                <a:ea typeface="Avenir Next"/>
                <a:cs typeface="Avenir Next"/>
              </a:defRPr>
            </a:pPr>
            <a:r>
              <a:rPr sz="1875" b="1">
                <a:solidFill>
                  <a:srgbClr val="17222A"/>
                </a:solidFill>
                <a:latin typeface="Avenir Next"/>
                <a:ea typeface="Avenir Next"/>
                <a:cs typeface="Avenir Next"/>
              </a:rPr>
              <a:t>1.000 precision for both methods. Zero observed false merge pairs.</a:t>
            </a:r>
          </a:p>
        </p:txBody>
      </p:sp>
      <p:sp>
        <p:nvSpPr>
          <p:cNvPr id="9" name="Aegis missed 25 pairs. Every Aegis report still carries a review">
            <a:extLst xmlns:a="http://schemas.openxmlformats.org/drawingml/2006/main">
              <a:ext uri="{FF2B5EF4-FFF2-40B4-BE49-F238E27FC236}">
                <a16:creationId xmlns:a16="http://schemas.microsoft.com/office/drawing/2014/main" id="{04265F31-2509-42F5-90FC-793CBB3ECC6C}"/>
              </a:ext>
            </a:extLst>
          </p:cNvPr>
          <p:cNvSpPr>
            <a:spLocks xmlns:a="http://schemas.openxmlformats.org/drawingml/2006/main" noGrp="1"/>
          </p:cNvSpPr>
          <p:nvPr/>
        </p:nvSpPr>
        <p:spPr>
          <a:xfrm xmlns:a="http://schemas.openxmlformats.org/drawingml/2006/main">
            <a:off x="590550" y="62769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7A86"/>
                </a:solidFill>
                <a:latin typeface="Avenir Next"/>
                <a:ea typeface="Avenir Next"/>
                <a:cs typeface="Avenir Next"/>
              </a:defRPr>
            </a:defPPr>
            <a:lvl1pPr algn="l">
              <a:defRPr sz="1725" b="0">
                <a:solidFill>
                  <a:srgbClr val="687A86"/>
                </a:solidFill>
                <a:latin typeface="Avenir Next"/>
                <a:ea typeface="Avenir Next"/>
                <a:cs typeface="Avenir Next"/>
              </a:defRPr>
            </a:lvl1pPr>
            <a:lvl2pPr algn="l">
              <a:defRPr sz="1725" b="0">
                <a:solidFill>
                  <a:srgbClr val="687A86"/>
                </a:solidFill>
                <a:latin typeface="Avenir Next"/>
                <a:ea typeface="Avenir Next"/>
                <a:cs typeface="Avenir Next"/>
              </a:defRPr>
            </a:lvl2pPr>
            <a:lvl3pPr algn="l">
              <a:defRPr sz="1725" b="0">
                <a:solidFill>
                  <a:srgbClr val="687A86"/>
                </a:solidFill>
                <a:latin typeface="Avenir Next"/>
                <a:ea typeface="Avenir Next"/>
                <a:cs typeface="Avenir Next"/>
              </a:defRPr>
            </a:lvl3pPr>
            <a:lvl4pPr algn="l">
              <a:defRPr sz="1725" b="0">
                <a:solidFill>
                  <a:srgbClr val="687A86"/>
                </a:solidFill>
                <a:latin typeface="Avenir Next"/>
                <a:ea typeface="Avenir Next"/>
                <a:cs typeface="Avenir Next"/>
              </a:defRPr>
            </a:lvl4pPr>
            <a:lvl5pPr algn="l">
              <a:defRPr sz="1725" b="0">
                <a:solidFill>
                  <a:srgbClr val="687A86"/>
                </a:solidFill>
                <a:latin typeface="Avenir Next"/>
                <a:ea typeface="Avenir Next"/>
                <a:cs typeface="Avenir Next"/>
              </a:defRPr>
            </a:lvl5pPr>
            <a:lvl6pPr algn="l">
              <a:defRPr sz="1725" b="0">
                <a:solidFill>
                  <a:srgbClr val="687A86"/>
                </a:solidFill>
                <a:latin typeface="Avenir Next"/>
                <a:ea typeface="Avenir Next"/>
                <a:cs typeface="Avenir Next"/>
              </a:defRPr>
            </a:lvl6pPr>
            <a:lvl7pPr algn="l">
              <a:defRPr sz="1725" b="0">
                <a:solidFill>
                  <a:srgbClr val="687A86"/>
                </a:solidFill>
                <a:latin typeface="Avenir Next"/>
                <a:ea typeface="Avenir Next"/>
                <a:cs typeface="Avenir Next"/>
              </a:defRPr>
            </a:lvl7pPr>
            <a:lvl8pPr algn="l">
              <a:defRPr sz="1725" b="0">
                <a:solidFill>
                  <a:srgbClr val="687A86"/>
                </a:solidFill>
                <a:latin typeface="Avenir Next"/>
                <a:ea typeface="Avenir Next"/>
                <a:cs typeface="Avenir Next"/>
              </a:defRPr>
            </a:lvl8pPr>
            <a:lvl9pPr algn="l">
              <a:defRPr sz="1725" b="0">
                <a:solidFill>
                  <a:srgbClr val="687A86"/>
                </a:solidFill>
                <a:latin typeface="Avenir Next"/>
                <a:ea typeface="Avenir Next"/>
                <a:cs typeface="Avenir Next"/>
              </a:defRPr>
            </a:lvl9pPr>
          </a:lstStyle>
          <a:p xmlns:a="http://schemas.openxmlformats.org/drawingml/2006/main">
            <a:pPr algn="l">
              <a:defRPr sz="1725" b="0">
                <a:solidFill>
                  <a:srgbClr val="687A86"/>
                </a:solidFill>
                <a:latin typeface="Avenir Next"/>
                <a:ea typeface="Avenir Next"/>
                <a:cs typeface="Avenir Next"/>
              </a:defRPr>
            </a:pPr>
            <a:r>
              <a:rPr sz="1725" b="0">
                <a:solidFill>
                  <a:srgbClr val="687A86"/>
                </a:solidFill>
                <a:latin typeface="Avenir Next"/>
                <a:ea typeface="Avenir Next"/>
                <a:cs typeface="Avenir Next"/>
              </a:rPr>
              <a:t>Aegis missed 25 pairs. Every Aegis report still carries a review flag.</a:t>
            </a:r>
          </a:p>
        </p:txBody>
      </p:sp>
    </p:spTree>
    <p:extLst>
      <p:ext uri="{BB962C8B-B14F-4D97-AF65-F5344CB8AC3E}">
        <p14:creationId xmlns:p14="http://schemas.microsoft.com/office/powerpoint/2010/main" val="1299994739"/>
      </p:ext>
    </p:extLst>
  </p:cSld>
</p:sld>
</file>

<file path=ppt/slides/slide11.xml><?xml version="1.0" encoding="utf-8"?>
<p:sld xmlns:p="http://schemas.openxmlformats.org/presentationml/2006/main">
  <p:cSld>
    <p:bg>
      <p:bgPr>
        <a:solidFill xmlns:a="http://schemas.openxmlformats.org/drawingml/2006/main">
          <a:srgbClr val="17222A"/>
        </a:solidFill>
      </p:bgPr>
    </p:bg>
    <p:spTree>
      <p:nvGrpSpPr>
        <p:cNvPr id="1" name=""/>
        <p:cNvGrpSpPr/>
        <p:nvPr/>
      </p:nvGrpSpPr>
      <p:grpSpPr>
        <a:xfrm xmlns:a="http://schemas.openxmlformats.org/drawingml/2006/main"/>
      </p:grpSpPr>
      <p:sp>
        <p:nvSpPr>
          <p:cNvPr id="2" name="Engineering checks">
            <a:extLst xmlns:a="http://schemas.openxmlformats.org/drawingml/2006/main">
              <a:ext uri="{FF2B5EF4-FFF2-40B4-BE49-F238E27FC236}">
                <a16:creationId xmlns:a16="http://schemas.microsoft.com/office/drawing/2014/main" id="{55DB1A45-0D9E-43CC-87CB-38DC71AD3CF9}"/>
              </a:ext>
            </a:extLst>
          </p:cNvPr>
          <p:cNvSpPr>
            <a:spLocks xmlns:a="http://schemas.openxmlformats.org/drawingml/2006/main" noGrp="1"/>
          </p:cNvSpPr>
          <p:nvPr/>
        </p:nvSpPr>
        <p:spPr>
          <a:xfrm xmlns:a="http://schemas.openxmlformats.org/drawingml/2006/main">
            <a:off x="533400" y="3429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025" b="1">
                <a:solidFill>
                  <a:srgbClr val="FFFFFF"/>
                </a:solidFill>
                <a:latin typeface="Avenir Next"/>
                <a:ea typeface="Avenir Next"/>
                <a:cs typeface="Avenir Next"/>
              </a:defRPr>
            </a:defPPr>
            <a:lvl1pPr algn="l">
              <a:defRPr sz="5025" b="1">
                <a:solidFill>
                  <a:srgbClr val="FFFFFF"/>
                </a:solidFill>
                <a:latin typeface="Avenir Next"/>
                <a:ea typeface="Avenir Next"/>
                <a:cs typeface="Avenir Next"/>
              </a:defRPr>
            </a:lvl1pPr>
            <a:lvl2pPr algn="l">
              <a:defRPr sz="5025" b="1">
                <a:solidFill>
                  <a:srgbClr val="FFFFFF"/>
                </a:solidFill>
                <a:latin typeface="Avenir Next"/>
                <a:ea typeface="Avenir Next"/>
                <a:cs typeface="Avenir Next"/>
              </a:defRPr>
            </a:lvl2pPr>
            <a:lvl3pPr algn="l">
              <a:defRPr sz="5025" b="1">
                <a:solidFill>
                  <a:srgbClr val="FFFFFF"/>
                </a:solidFill>
                <a:latin typeface="Avenir Next"/>
                <a:ea typeface="Avenir Next"/>
                <a:cs typeface="Avenir Next"/>
              </a:defRPr>
            </a:lvl3pPr>
            <a:lvl4pPr algn="l">
              <a:defRPr sz="5025" b="1">
                <a:solidFill>
                  <a:srgbClr val="FFFFFF"/>
                </a:solidFill>
                <a:latin typeface="Avenir Next"/>
                <a:ea typeface="Avenir Next"/>
                <a:cs typeface="Avenir Next"/>
              </a:defRPr>
            </a:lvl4pPr>
            <a:lvl5pPr algn="l">
              <a:defRPr sz="5025" b="1">
                <a:solidFill>
                  <a:srgbClr val="FFFFFF"/>
                </a:solidFill>
                <a:latin typeface="Avenir Next"/>
                <a:ea typeface="Avenir Next"/>
                <a:cs typeface="Avenir Next"/>
              </a:defRPr>
            </a:lvl5pPr>
            <a:lvl6pPr algn="l">
              <a:defRPr sz="5025" b="1">
                <a:solidFill>
                  <a:srgbClr val="FFFFFF"/>
                </a:solidFill>
                <a:latin typeface="Avenir Next"/>
                <a:ea typeface="Avenir Next"/>
                <a:cs typeface="Avenir Next"/>
              </a:defRPr>
            </a:lvl6pPr>
            <a:lvl7pPr algn="l">
              <a:defRPr sz="5025" b="1">
                <a:solidFill>
                  <a:srgbClr val="FFFFFF"/>
                </a:solidFill>
                <a:latin typeface="Avenir Next"/>
                <a:ea typeface="Avenir Next"/>
                <a:cs typeface="Avenir Next"/>
              </a:defRPr>
            </a:lvl7pPr>
            <a:lvl8pPr algn="l">
              <a:defRPr sz="5025" b="1">
                <a:solidFill>
                  <a:srgbClr val="FFFFFF"/>
                </a:solidFill>
                <a:latin typeface="Avenir Next"/>
                <a:ea typeface="Avenir Next"/>
                <a:cs typeface="Avenir Next"/>
              </a:defRPr>
            </a:lvl8pPr>
            <a:lvl9pPr algn="l">
              <a:defRPr sz="5025" b="1">
                <a:solidFill>
                  <a:srgbClr val="FFFFFF"/>
                </a:solidFill>
                <a:latin typeface="Avenir Next"/>
                <a:ea typeface="Avenir Next"/>
                <a:cs typeface="Avenir Next"/>
              </a:defRPr>
            </a:lvl9pPr>
          </a:lstStyle>
          <a:p xmlns:a="http://schemas.openxmlformats.org/drawingml/2006/main">
            <a:pPr algn="l">
              <a:defRPr sz="5025" b="1">
                <a:solidFill>
                  <a:srgbClr val="FFFFFF"/>
                </a:solidFill>
                <a:latin typeface="Avenir Next"/>
                <a:ea typeface="Avenir Next"/>
                <a:cs typeface="Avenir Next"/>
              </a:defRPr>
            </a:pPr>
            <a:r>
              <a:rPr sz="5025" b="1">
                <a:solidFill>
                  <a:srgbClr val="FFFFFF"/>
                </a:solidFill>
                <a:latin typeface="Avenir Next"/>
                <a:ea typeface="Avenir Next"/>
                <a:cs typeface="Avenir Next"/>
              </a:rPr>
              <a:t>Engineering checks</a:t>
            </a:r>
          </a:p>
        </p:txBody>
      </p:sp>
      <p:sp>
        <p:nvSpPr>
          <p:cNvPr id="3" name="196">
            <a:extLst xmlns:a="http://schemas.openxmlformats.org/drawingml/2006/main">
              <a:ext uri="{FF2B5EF4-FFF2-40B4-BE49-F238E27FC236}">
                <a16:creationId xmlns:a16="http://schemas.microsoft.com/office/drawing/2014/main" id="{E8C0AB85-D2CC-4A84-927B-B5EBFE5E3380}"/>
              </a:ext>
            </a:extLst>
          </p:cNvPr>
          <p:cNvSpPr>
            <a:spLocks xmlns:a="http://schemas.openxmlformats.org/drawingml/2006/main" noGrp="1"/>
          </p:cNvSpPr>
          <p:nvPr/>
        </p:nvSpPr>
        <p:spPr>
          <a:xfrm xmlns:a="http://schemas.openxmlformats.org/drawingml/2006/main">
            <a:off x="438150" y="1733550"/>
            <a:ext cx="5429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0" b="1">
                <a:solidFill>
                  <a:srgbClr val="FFFFFF"/>
                </a:solidFill>
                <a:latin typeface="Avenir Next"/>
                <a:ea typeface="Avenir Next"/>
                <a:cs typeface="Avenir Next"/>
              </a:defRPr>
            </a:defPPr>
            <a:lvl1pPr algn="l">
              <a:defRPr sz="13500" b="1">
                <a:solidFill>
                  <a:srgbClr val="FFFFFF"/>
                </a:solidFill>
                <a:latin typeface="Avenir Next"/>
                <a:ea typeface="Avenir Next"/>
                <a:cs typeface="Avenir Next"/>
              </a:defRPr>
            </a:lvl1pPr>
            <a:lvl2pPr algn="l">
              <a:defRPr sz="13500" b="1">
                <a:solidFill>
                  <a:srgbClr val="FFFFFF"/>
                </a:solidFill>
                <a:latin typeface="Avenir Next"/>
                <a:ea typeface="Avenir Next"/>
                <a:cs typeface="Avenir Next"/>
              </a:defRPr>
            </a:lvl2pPr>
            <a:lvl3pPr algn="l">
              <a:defRPr sz="13500" b="1">
                <a:solidFill>
                  <a:srgbClr val="FFFFFF"/>
                </a:solidFill>
                <a:latin typeface="Avenir Next"/>
                <a:ea typeface="Avenir Next"/>
                <a:cs typeface="Avenir Next"/>
              </a:defRPr>
            </a:lvl3pPr>
            <a:lvl4pPr algn="l">
              <a:defRPr sz="13500" b="1">
                <a:solidFill>
                  <a:srgbClr val="FFFFFF"/>
                </a:solidFill>
                <a:latin typeface="Avenir Next"/>
                <a:ea typeface="Avenir Next"/>
                <a:cs typeface="Avenir Next"/>
              </a:defRPr>
            </a:lvl4pPr>
            <a:lvl5pPr algn="l">
              <a:defRPr sz="13500" b="1">
                <a:solidFill>
                  <a:srgbClr val="FFFFFF"/>
                </a:solidFill>
                <a:latin typeface="Avenir Next"/>
                <a:ea typeface="Avenir Next"/>
                <a:cs typeface="Avenir Next"/>
              </a:defRPr>
            </a:lvl5pPr>
            <a:lvl6pPr algn="l">
              <a:defRPr sz="13500" b="1">
                <a:solidFill>
                  <a:srgbClr val="FFFFFF"/>
                </a:solidFill>
                <a:latin typeface="Avenir Next"/>
                <a:ea typeface="Avenir Next"/>
                <a:cs typeface="Avenir Next"/>
              </a:defRPr>
            </a:lvl6pPr>
            <a:lvl7pPr algn="l">
              <a:defRPr sz="13500" b="1">
                <a:solidFill>
                  <a:srgbClr val="FFFFFF"/>
                </a:solidFill>
                <a:latin typeface="Avenir Next"/>
                <a:ea typeface="Avenir Next"/>
                <a:cs typeface="Avenir Next"/>
              </a:defRPr>
            </a:lvl7pPr>
            <a:lvl8pPr algn="l">
              <a:defRPr sz="13500" b="1">
                <a:solidFill>
                  <a:srgbClr val="FFFFFF"/>
                </a:solidFill>
                <a:latin typeface="Avenir Next"/>
                <a:ea typeface="Avenir Next"/>
                <a:cs typeface="Avenir Next"/>
              </a:defRPr>
            </a:lvl8pPr>
            <a:lvl9pPr algn="l">
              <a:defRPr sz="13500" b="1">
                <a:solidFill>
                  <a:srgbClr val="FFFFFF"/>
                </a:solidFill>
                <a:latin typeface="Avenir Next"/>
                <a:ea typeface="Avenir Next"/>
                <a:cs typeface="Avenir Next"/>
              </a:defRPr>
            </a:lvl9pPr>
          </a:lstStyle>
          <a:p xmlns:a="http://schemas.openxmlformats.org/drawingml/2006/main">
            <a:pPr algn="l">
              <a:defRPr sz="13500" b="1">
                <a:solidFill>
                  <a:srgbClr val="FFFFFF"/>
                </a:solidFill>
                <a:latin typeface="Avenir Next"/>
                <a:ea typeface="Avenir Next"/>
                <a:cs typeface="Avenir Next"/>
              </a:defRPr>
            </a:pPr>
            <a:r>
              <a:rPr sz="13500" b="1">
                <a:solidFill>
                  <a:srgbClr val="FFFFFF"/>
                </a:solidFill>
                <a:latin typeface="Avenir Next"/>
                <a:ea typeface="Avenir Next"/>
                <a:cs typeface="Avenir Next"/>
              </a:rPr>
              <a:t>196</a:t>
            </a:r>
          </a:p>
        </p:txBody>
      </p:sp>
      <p:sp>
        <p:nvSpPr>
          <p:cNvPr id="4" name="140">
            <a:extLst xmlns:a="http://schemas.openxmlformats.org/drawingml/2006/main">
              <a:ext uri="{FF2B5EF4-FFF2-40B4-BE49-F238E27FC236}">
                <a16:creationId xmlns:a16="http://schemas.microsoft.com/office/drawing/2014/main" id="{69BC164A-087E-4A09-A4F5-C5F7CEF7B3A7}"/>
              </a:ext>
            </a:extLst>
          </p:cNvPr>
          <p:cNvSpPr>
            <a:spLocks xmlns:a="http://schemas.openxmlformats.org/drawingml/2006/main" noGrp="1"/>
          </p:cNvSpPr>
          <p:nvPr/>
        </p:nvSpPr>
        <p:spPr>
          <a:xfrm xmlns:a="http://schemas.openxmlformats.org/drawingml/2006/main">
            <a:off x="6362700" y="1733550"/>
            <a:ext cx="53149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0" b="1">
                <a:solidFill>
                  <a:srgbClr val="FF6429"/>
                </a:solidFill>
                <a:latin typeface="Avenir Next"/>
                <a:ea typeface="Avenir Next"/>
                <a:cs typeface="Avenir Next"/>
              </a:defRPr>
            </a:defPPr>
            <a:lvl1pPr algn="l">
              <a:defRPr sz="13500" b="1">
                <a:solidFill>
                  <a:srgbClr val="FF6429"/>
                </a:solidFill>
                <a:latin typeface="Avenir Next"/>
                <a:ea typeface="Avenir Next"/>
                <a:cs typeface="Avenir Next"/>
              </a:defRPr>
            </a:lvl1pPr>
            <a:lvl2pPr algn="l">
              <a:defRPr sz="13500" b="1">
                <a:solidFill>
                  <a:srgbClr val="FF6429"/>
                </a:solidFill>
                <a:latin typeface="Avenir Next"/>
                <a:ea typeface="Avenir Next"/>
                <a:cs typeface="Avenir Next"/>
              </a:defRPr>
            </a:lvl2pPr>
            <a:lvl3pPr algn="l">
              <a:defRPr sz="13500" b="1">
                <a:solidFill>
                  <a:srgbClr val="FF6429"/>
                </a:solidFill>
                <a:latin typeface="Avenir Next"/>
                <a:ea typeface="Avenir Next"/>
                <a:cs typeface="Avenir Next"/>
              </a:defRPr>
            </a:lvl3pPr>
            <a:lvl4pPr algn="l">
              <a:defRPr sz="13500" b="1">
                <a:solidFill>
                  <a:srgbClr val="FF6429"/>
                </a:solidFill>
                <a:latin typeface="Avenir Next"/>
                <a:ea typeface="Avenir Next"/>
                <a:cs typeface="Avenir Next"/>
              </a:defRPr>
            </a:lvl4pPr>
            <a:lvl5pPr algn="l">
              <a:defRPr sz="13500" b="1">
                <a:solidFill>
                  <a:srgbClr val="FF6429"/>
                </a:solidFill>
                <a:latin typeface="Avenir Next"/>
                <a:ea typeface="Avenir Next"/>
                <a:cs typeface="Avenir Next"/>
              </a:defRPr>
            </a:lvl5pPr>
            <a:lvl6pPr algn="l">
              <a:defRPr sz="13500" b="1">
                <a:solidFill>
                  <a:srgbClr val="FF6429"/>
                </a:solidFill>
                <a:latin typeface="Avenir Next"/>
                <a:ea typeface="Avenir Next"/>
                <a:cs typeface="Avenir Next"/>
              </a:defRPr>
            </a:lvl6pPr>
            <a:lvl7pPr algn="l">
              <a:defRPr sz="13500" b="1">
                <a:solidFill>
                  <a:srgbClr val="FF6429"/>
                </a:solidFill>
                <a:latin typeface="Avenir Next"/>
                <a:ea typeface="Avenir Next"/>
                <a:cs typeface="Avenir Next"/>
              </a:defRPr>
            </a:lvl7pPr>
            <a:lvl8pPr algn="l">
              <a:defRPr sz="13500" b="1">
                <a:solidFill>
                  <a:srgbClr val="FF6429"/>
                </a:solidFill>
                <a:latin typeface="Avenir Next"/>
                <a:ea typeface="Avenir Next"/>
                <a:cs typeface="Avenir Next"/>
              </a:defRPr>
            </a:lvl8pPr>
            <a:lvl9pPr algn="l">
              <a:defRPr sz="13500" b="1">
                <a:solidFill>
                  <a:srgbClr val="FF6429"/>
                </a:solidFill>
                <a:latin typeface="Avenir Next"/>
                <a:ea typeface="Avenir Next"/>
                <a:cs typeface="Avenir Next"/>
              </a:defRPr>
            </a:lvl9pPr>
          </a:lstStyle>
          <a:p xmlns:a="http://schemas.openxmlformats.org/drawingml/2006/main">
            <a:pPr algn="l">
              <a:defRPr sz="13500" b="1">
                <a:solidFill>
                  <a:srgbClr val="FF6429"/>
                </a:solidFill>
                <a:latin typeface="Avenir Next"/>
                <a:ea typeface="Avenir Next"/>
                <a:cs typeface="Avenir Next"/>
              </a:defRPr>
            </a:pPr>
            <a:r>
              <a:rPr sz="13500" b="1">
                <a:solidFill>
                  <a:srgbClr val="FF6429"/>
                </a:solidFill>
                <a:latin typeface="Avenir Next"/>
                <a:ea typeface="Avenir Next"/>
                <a:cs typeface="Avenir Next"/>
              </a:rPr>
              <a:t>140</a:t>
            </a:r>
          </a:p>
        </p:txBody>
      </p:sp>
      <p:sp>
        <p:nvSpPr>
          <p:cNvPr id="5" name="backend tests passed">
            <a:extLst xmlns:a="http://schemas.openxmlformats.org/drawingml/2006/main">
              <a:ext uri="{FF2B5EF4-FFF2-40B4-BE49-F238E27FC236}">
                <a16:creationId xmlns:a16="http://schemas.microsoft.com/office/drawing/2014/main" id="{5258ED16-FEB9-4DB4-A234-C5F5850E3C9C}"/>
              </a:ext>
            </a:extLst>
          </p:cNvPr>
          <p:cNvSpPr>
            <a:spLocks xmlns:a="http://schemas.openxmlformats.org/drawingml/2006/main" noGrp="1"/>
          </p:cNvSpPr>
          <p:nvPr/>
        </p:nvSpPr>
        <p:spPr>
          <a:xfrm xmlns:a="http://schemas.openxmlformats.org/drawingml/2006/main">
            <a:off x="590550" y="412432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FFFFFF"/>
                </a:solidFill>
                <a:latin typeface="Avenir Next"/>
                <a:ea typeface="Avenir Next"/>
                <a:cs typeface="Avenir Next"/>
              </a:defRPr>
            </a:defPPr>
            <a:lvl1pPr algn="l">
              <a:defRPr sz="2325" b="0">
                <a:solidFill>
                  <a:srgbClr val="FFFFFF"/>
                </a:solidFill>
                <a:latin typeface="Avenir Next"/>
                <a:ea typeface="Avenir Next"/>
                <a:cs typeface="Avenir Next"/>
              </a:defRPr>
            </a:lvl1pPr>
            <a:lvl2pPr algn="l">
              <a:defRPr sz="2325" b="0">
                <a:solidFill>
                  <a:srgbClr val="FFFFFF"/>
                </a:solidFill>
                <a:latin typeface="Avenir Next"/>
                <a:ea typeface="Avenir Next"/>
                <a:cs typeface="Avenir Next"/>
              </a:defRPr>
            </a:lvl2pPr>
            <a:lvl3pPr algn="l">
              <a:defRPr sz="2325" b="0">
                <a:solidFill>
                  <a:srgbClr val="FFFFFF"/>
                </a:solidFill>
                <a:latin typeface="Avenir Next"/>
                <a:ea typeface="Avenir Next"/>
                <a:cs typeface="Avenir Next"/>
              </a:defRPr>
            </a:lvl3pPr>
            <a:lvl4pPr algn="l">
              <a:defRPr sz="2325" b="0">
                <a:solidFill>
                  <a:srgbClr val="FFFFFF"/>
                </a:solidFill>
                <a:latin typeface="Avenir Next"/>
                <a:ea typeface="Avenir Next"/>
                <a:cs typeface="Avenir Next"/>
              </a:defRPr>
            </a:lvl4pPr>
            <a:lvl5pPr algn="l">
              <a:defRPr sz="2325" b="0">
                <a:solidFill>
                  <a:srgbClr val="FFFFFF"/>
                </a:solidFill>
                <a:latin typeface="Avenir Next"/>
                <a:ea typeface="Avenir Next"/>
                <a:cs typeface="Avenir Next"/>
              </a:defRPr>
            </a:lvl5pPr>
            <a:lvl6pPr algn="l">
              <a:defRPr sz="2325" b="0">
                <a:solidFill>
                  <a:srgbClr val="FFFFFF"/>
                </a:solidFill>
                <a:latin typeface="Avenir Next"/>
                <a:ea typeface="Avenir Next"/>
                <a:cs typeface="Avenir Next"/>
              </a:defRPr>
            </a:lvl6pPr>
            <a:lvl7pPr algn="l">
              <a:defRPr sz="2325" b="0">
                <a:solidFill>
                  <a:srgbClr val="FFFFFF"/>
                </a:solidFill>
                <a:latin typeface="Avenir Next"/>
                <a:ea typeface="Avenir Next"/>
                <a:cs typeface="Avenir Next"/>
              </a:defRPr>
            </a:lvl7pPr>
            <a:lvl8pPr algn="l">
              <a:defRPr sz="2325" b="0">
                <a:solidFill>
                  <a:srgbClr val="FFFFFF"/>
                </a:solidFill>
                <a:latin typeface="Avenir Next"/>
                <a:ea typeface="Avenir Next"/>
                <a:cs typeface="Avenir Next"/>
              </a:defRPr>
            </a:lvl8pPr>
            <a:lvl9pPr algn="l">
              <a:defRPr sz="2325" b="0">
                <a:solidFill>
                  <a:srgbClr val="FFFFFF"/>
                </a:solidFill>
                <a:latin typeface="Avenir Next"/>
                <a:ea typeface="Avenir Next"/>
                <a:cs typeface="Avenir Next"/>
              </a:defRPr>
            </a:lvl9pPr>
          </a:lstStyle>
          <a:p xmlns:a="http://schemas.openxmlformats.org/drawingml/2006/main">
            <a:pPr algn="l">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backend tests passed</a:t>
            </a:r>
          </a:p>
        </p:txBody>
      </p:sp>
      <p:sp>
        <p:nvSpPr>
          <p:cNvPr id="6" name="frontend tests passed">
            <a:extLst xmlns:a="http://schemas.openxmlformats.org/drawingml/2006/main">
              <a:ext uri="{FF2B5EF4-FFF2-40B4-BE49-F238E27FC236}">
                <a16:creationId xmlns:a16="http://schemas.microsoft.com/office/drawing/2014/main" id="{FDDBB47D-AD81-4538-9993-4F6D2F274DAE}"/>
              </a:ext>
            </a:extLst>
          </p:cNvPr>
          <p:cNvSpPr>
            <a:spLocks xmlns:a="http://schemas.openxmlformats.org/drawingml/2006/main" noGrp="1"/>
          </p:cNvSpPr>
          <p:nvPr/>
        </p:nvSpPr>
        <p:spPr>
          <a:xfrm xmlns:a="http://schemas.openxmlformats.org/drawingml/2006/main">
            <a:off x="6505575" y="4124325"/>
            <a:ext cx="504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FFFFFF"/>
                </a:solidFill>
                <a:latin typeface="Avenir Next"/>
                <a:ea typeface="Avenir Next"/>
                <a:cs typeface="Avenir Next"/>
              </a:defRPr>
            </a:defPPr>
            <a:lvl1pPr algn="l">
              <a:defRPr sz="2325" b="0">
                <a:solidFill>
                  <a:srgbClr val="FFFFFF"/>
                </a:solidFill>
                <a:latin typeface="Avenir Next"/>
                <a:ea typeface="Avenir Next"/>
                <a:cs typeface="Avenir Next"/>
              </a:defRPr>
            </a:lvl1pPr>
            <a:lvl2pPr algn="l">
              <a:defRPr sz="2325" b="0">
                <a:solidFill>
                  <a:srgbClr val="FFFFFF"/>
                </a:solidFill>
                <a:latin typeface="Avenir Next"/>
                <a:ea typeface="Avenir Next"/>
                <a:cs typeface="Avenir Next"/>
              </a:defRPr>
            </a:lvl2pPr>
            <a:lvl3pPr algn="l">
              <a:defRPr sz="2325" b="0">
                <a:solidFill>
                  <a:srgbClr val="FFFFFF"/>
                </a:solidFill>
                <a:latin typeface="Avenir Next"/>
                <a:ea typeface="Avenir Next"/>
                <a:cs typeface="Avenir Next"/>
              </a:defRPr>
            </a:lvl3pPr>
            <a:lvl4pPr algn="l">
              <a:defRPr sz="2325" b="0">
                <a:solidFill>
                  <a:srgbClr val="FFFFFF"/>
                </a:solidFill>
                <a:latin typeface="Avenir Next"/>
                <a:ea typeface="Avenir Next"/>
                <a:cs typeface="Avenir Next"/>
              </a:defRPr>
            </a:lvl4pPr>
            <a:lvl5pPr algn="l">
              <a:defRPr sz="2325" b="0">
                <a:solidFill>
                  <a:srgbClr val="FFFFFF"/>
                </a:solidFill>
                <a:latin typeface="Avenir Next"/>
                <a:ea typeface="Avenir Next"/>
                <a:cs typeface="Avenir Next"/>
              </a:defRPr>
            </a:lvl5pPr>
            <a:lvl6pPr algn="l">
              <a:defRPr sz="2325" b="0">
                <a:solidFill>
                  <a:srgbClr val="FFFFFF"/>
                </a:solidFill>
                <a:latin typeface="Avenir Next"/>
                <a:ea typeface="Avenir Next"/>
                <a:cs typeface="Avenir Next"/>
              </a:defRPr>
            </a:lvl6pPr>
            <a:lvl7pPr algn="l">
              <a:defRPr sz="2325" b="0">
                <a:solidFill>
                  <a:srgbClr val="FFFFFF"/>
                </a:solidFill>
                <a:latin typeface="Avenir Next"/>
                <a:ea typeface="Avenir Next"/>
                <a:cs typeface="Avenir Next"/>
              </a:defRPr>
            </a:lvl7pPr>
            <a:lvl8pPr algn="l">
              <a:defRPr sz="2325" b="0">
                <a:solidFill>
                  <a:srgbClr val="FFFFFF"/>
                </a:solidFill>
                <a:latin typeface="Avenir Next"/>
                <a:ea typeface="Avenir Next"/>
                <a:cs typeface="Avenir Next"/>
              </a:defRPr>
            </a:lvl8pPr>
            <a:lvl9pPr algn="l">
              <a:defRPr sz="2325" b="0">
                <a:solidFill>
                  <a:srgbClr val="FFFFFF"/>
                </a:solidFill>
                <a:latin typeface="Avenir Next"/>
                <a:ea typeface="Avenir Next"/>
                <a:cs typeface="Avenir Next"/>
              </a:defRPr>
            </a:lvl9pPr>
          </a:lstStyle>
          <a:p xmlns:a="http://schemas.openxmlformats.org/drawingml/2006/main">
            <a:pPr algn="l">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frontend tests passed</a:t>
            </a:r>
          </a:p>
        </p:txBody>
      </p:sp>
      <p:sp>
        <p:nvSpPr>
          <p:cNvPr id="7" name="100% across configured coverage measures">
            <a:extLst xmlns:a="http://schemas.openxmlformats.org/drawingml/2006/main">
              <a:ext uri="{FF2B5EF4-FFF2-40B4-BE49-F238E27FC236}">
                <a16:creationId xmlns:a16="http://schemas.microsoft.com/office/drawing/2014/main" id="{7208C3B4-0B77-4A67-B813-77EDF34FD992}"/>
              </a:ext>
            </a:extLst>
          </p:cNvPr>
          <p:cNvSpPr>
            <a:spLocks xmlns:a="http://schemas.openxmlformats.org/drawingml/2006/main" noGrp="1"/>
          </p:cNvSpPr>
          <p:nvPr/>
        </p:nvSpPr>
        <p:spPr>
          <a:xfrm xmlns:a="http://schemas.openxmlformats.org/drawingml/2006/main">
            <a:off x="590550" y="538162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FFFFFF"/>
                </a:solidFill>
                <a:latin typeface="Avenir Next"/>
                <a:ea typeface="Avenir Next"/>
                <a:cs typeface="Avenir Next"/>
              </a:defRPr>
            </a:defPPr>
            <a:lvl1pPr algn="l">
              <a:defRPr sz="2400" b="1">
                <a:solidFill>
                  <a:srgbClr val="FFFFFF"/>
                </a:solidFill>
                <a:latin typeface="Avenir Next"/>
                <a:ea typeface="Avenir Next"/>
                <a:cs typeface="Avenir Next"/>
              </a:defRPr>
            </a:lvl1pPr>
            <a:lvl2pPr algn="l">
              <a:defRPr sz="2400" b="1">
                <a:solidFill>
                  <a:srgbClr val="FFFFFF"/>
                </a:solidFill>
                <a:latin typeface="Avenir Next"/>
                <a:ea typeface="Avenir Next"/>
                <a:cs typeface="Avenir Next"/>
              </a:defRPr>
            </a:lvl2pPr>
            <a:lvl3pPr algn="l">
              <a:defRPr sz="2400" b="1">
                <a:solidFill>
                  <a:srgbClr val="FFFFFF"/>
                </a:solidFill>
                <a:latin typeface="Avenir Next"/>
                <a:ea typeface="Avenir Next"/>
                <a:cs typeface="Avenir Next"/>
              </a:defRPr>
            </a:lvl3pPr>
            <a:lvl4pPr algn="l">
              <a:defRPr sz="2400" b="1">
                <a:solidFill>
                  <a:srgbClr val="FFFFFF"/>
                </a:solidFill>
                <a:latin typeface="Avenir Next"/>
                <a:ea typeface="Avenir Next"/>
                <a:cs typeface="Avenir Next"/>
              </a:defRPr>
            </a:lvl4pPr>
            <a:lvl5pPr algn="l">
              <a:defRPr sz="2400" b="1">
                <a:solidFill>
                  <a:srgbClr val="FFFFFF"/>
                </a:solidFill>
                <a:latin typeface="Avenir Next"/>
                <a:ea typeface="Avenir Next"/>
                <a:cs typeface="Avenir Next"/>
              </a:defRPr>
            </a:lvl5pPr>
            <a:lvl6pPr algn="l">
              <a:defRPr sz="2400" b="1">
                <a:solidFill>
                  <a:srgbClr val="FFFFFF"/>
                </a:solidFill>
                <a:latin typeface="Avenir Next"/>
                <a:ea typeface="Avenir Next"/>
                <a:cs typeface="Avenir Next"/>
              </a:defRPr>
            </a:lvl6pPr>
            <a:lvl7pPr algn="l">
              <a:defRPr sz="2400" b="1">
                <a:solidFill>
                  <a:srgbClr val="FFFFFF"/>
                </a:solidFill>
                <a:latin typeface="Avenir Next"/>
                <a:ea typeface="Avenir Next"/>
                <a:cs typeface="Avenir Next"/>
              </a:defRPr>
            </a:lvl7pPr>
            <a:lvl8pPr algn="l">
              <a:defRPr sz="2400" b="1">
                <a:solidFill>
                  <a:srgbClr val="FFFFFF"/>
                </a:solidFill>
                <a:latin typeface="Avenir Next"/>
                <a:ea typeface="Avenir Next"/>
                <a:cs typeface="Avenir Next"/>
              </a:defRPr>
            </a:lvl8pPr>
            <a:lvl9pPr algn="l">
              <a:defRPr sz="2400" b="1">
                <a:solidFill>
                  <a:srgbClr val="FFFFFF"/>
                </a:solidFill>
                <a:latin typeface="Avenir Next"/>
                <a:ea typeface="Avenir Next"/>
                <a:cs typeface="Avenir Next"/>
              </a:defRPr>
            </a:lvl9pPr>
          </a:lstStyle>
          <a:p xmlns:a="http://schemas.openxmlformats.org/drawingml/2006/main">
            <a:pPr algn="l">
              <a:defRPr sz="2400" b="1">
                <a:solidFill>
                  <a:srgbClr val="FFFFFF"/>
                </a:solidFill>
                <a:latin typeface="Avenir Next"/>
                <a:ea typeface="Avenir Next"/>
                <a:cs typeface="Avenir Next"/>
              </a:defRPr>
            </a:pPr>
            <a:r>
              <a:rPr sz="2400" b="1">
                <a:solidFill>
                  <a:srgbClr val="FFFFFF"/>
                </a:solidFill>
                <a:latin typeface="Avenir Next"/>
                <a:ea typeface="Avenir Next"/>
                <a:cs typeface="Avenir Next"/>
              </a:rPr>
              <a:t>100% across configured coverage measures</a:t>
            </a:r>
          </a:p>
        </p:txBody>
      </p:sp>
      <p:sp>
        <p:nvSpPr>
          <p:cNvPr id="8" name="Build, types, lint and the full Chromium exercise passed in the ">
            <a:extLst xmlns:a="http://schemas.openxmlformats.org/drawingml/2006/main">
              <a:ext uri="{FF2B5EF4-FFF2-40B4-BE49-F238E27FC236}">
                <a16:creationId xmlns:a16="http://schemas.microsoft.com/office/drawing/2014/main" id="{2F6C56A6-FA0B-4489-A54A-3D0BA2AB0E4F}"/>
              </a:ext>
            </a:extLst>
          </p:cNvPr>
          <p:cNvSpPr>
            <a:spLocks xmlns:a="http://schemas.openxmlformats.org/drawingml/2006/main" noGrp="1"/>
          </p:cNvSpPr>
          <p:nvPr/>
        </p:nvSpPr>
        <p:spPr>
          <a:xfrm xmlns:a="http://schemas.openxmlformats.org/drawingml/2006/main">
            <a:off x="590550" y="6115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EB9C0"/>
                </a:solidFill>
                <a:latin typeface="Avenir Next"/>
                <a:ea typeface="Avenir Next"/>
                <a:cs typeface="Avenir Next"/>
              </a:defRPr>
            </a:defPPr>
            <a:lvl1pPr algn="l">
              <a:defRPr sz="1800" b="0">
                <a:solidFill>
                  <a:srgbClr val="AEB9C0"/>
                </a:solidFill>
                <a:latin typeface="Avenir Next"/>
                <a:ea typeface="Avenir Next"/>
                <a:cs typeface="Avenir Next"/>
              </a:defRPr>
            </a:lvl1pPr>
            <a:lvl2pPr algn="l">
              <a:defRPr sz="1800" b="0">
                <a:solidFill>
                  <a:srgbClr val="AEB9C0"/>
                </a:solidFill>
                <a:latin typeface="Avenir Next"/>
                <a:ea typeface="Avenir Next"/>
                <a:cs typeface="Avenir Next"/>
              </a:defRPr>
            </a:lvl2pPr>
            <a:lvl3pPr algn="l">
              <a:defRPr sz="1800" b="0">
                <a:solidFill>
                  <a:srgbClr val="AEB9C0"/>
                </a:solidFill>
                <a:latin typeface="Avenir Next"/>
                <a:ea typeface="Avenir Next"/>
                <a:cs typeface="Avenir Next"/>
              </a:defRPr>
            </a:lvl3pPr>
            <a:lvl4pPr algn="l">
              <a:defRPr sz="1800" b="0">
                <a:solidFill>
                  <a:srgbClr val="AEB9C0"/>
                </a:solidFill>
                <a:latin typeface="Avenir Next"/>
                <a:ea typeface="Avenir Next"/>
                <a:cs typeface="Avenir Next"/>
              </a:defRPr>
            </a:lvl4pPr>
            <a:lvl5pPr algn="l">
              <a:defRPr sz="1800" b="0">
                <a:solidFill>
                  <a:srgbClr val="AEB9C0"/>
                </a:solidFill>
                <a:latin typeface="Avenir Next"/>
                <a:ea typeface="Avenir Next"/>
                <a:cs typeface="Avenir Next"/>
              </a:defRPr>
            </a:lvl5pPr>
            <a:lvl6pPr algn="l">
              <a:defRPr sz="1800" b="0">
                <a:solidFill>
                  <a:srgbClr val="AEB9C0"/>
                </a:solidFill>
                <a:latin typeface="Avenir Next"/>
                <a:ea typeface="Avenir Next"/>
                <a:cs typeface="Avenir Next"/>
              </a:defRPr>
            </a:lvl6pPr>
            <a:lvl7pPr algn="l">
              <a:defRPr sz="1800" b="0">
                <a:solidFill>
                  <a:srgbClr val="AEB9C0"/>
                </a:solidFill>
                <a:latin typeface="Avenir Next"/>
                <a:ea typeface="Avenir Next"/>
                <a:cs typeface="Avenir Next"/>
              </a:defRPr>
            </a:lvl7pPr>
            <a:lvl8pPr algn="l">
              <a:defRPr sz="1800" b="0">
                <a:solidFill>
                  <a:srgbClr val="AEB9C0"/>
                </a:solidFill>
                <a:latin typeface="Avenir Next"/>
                <a:ea typeface="Avenir Next"/>
                <a:cs typeface="Avenir Next"/>
              </a:defRPr>
            </a:lvl8pPr>
            <a:lvl9pPr algn="l">
              <a:defRPr sz="1800" b="0">
                <a:solidFill>
                  <a:srgbClr val="AEB9C0"/>
                </a:solidFill>
                <a:latin typeface="Avenir Next"/>
                <a:ea typeface="Avenir Next"/>
                <a:cs typeface="Avenir Next"/>
              </a:defRPr>
            </a:lvl9pPr>
          </a:lstStyle>
          <a:p xmlns:a="http://schemas.openxmlformats.org/drawingml/2006/main">
            <a:pPr algn="l">
              <a:defRPr sz="1800" b="0">
                <a:solidFill>
                  <a:srgbClr val="AEB9C0"/>
                </a:solidFill>
                <a:latin typeface="Avenir Next"/>
                <a:ea typeface="Avenir Next"/>
                <a:cs typeface="Avenir Next"/>
              </a:defRPr>
            </a:pPr>
            <a:r>
              <a:rPr sz="1800" b="0">
                <a:solidFill>
                  <a:srgbClr val="AEB9C0"/>
                </a:solidFill>
                <a:latin typeface="Avenir Next"/>
                <a:ea typeface="Avenir Next"/>
                <a:cs typeface="Avenir Next"/>
              </a:rPr>
              <a:t>Build, types, lint and the full Chromium exercise passed in the recorded run.</a:t>
            </a:r>
          </a:p>
        </p:txBody>
      </p:sp>
    </p:spTree>
    <p:extLst>
      <p:ext uri="{BB962C8B-B14F-4D97-AF65-F5344CB8AC3E}">
        <p14:creationId xmlns:p14="http://schemas.microsoft.com/office/powerpoint/2010/main" val="2466683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What comes next">
            <a:extLst xmlns:a="http://schemas.openxmlformats.org/drawingml/2006/main">
              <a:ext uri="{FF2B5EF4-FFF2-40B4-BE49-F238E27FC236}">
                <a16:creationId xmlns:a16="http://schemas.microsoft.com/office/drawing/2014/main" id="{4487903E-8F3B-488E-91CA-F168A9B56713}"/>
              </a:ext>
            </a:extLst>
          </p:cNvPr>
          <p:cNvSpPr>
            <a:spLocks xmlns:a="http://schemas.openxmlformats.org/drawingml/2006/main" noGrp="1"/>
          </p:cNvSpPr>
          <p:nvPr/>
        </p:nvSpPr>
        <p:spPr>
          <a:xfrm xmlns:a="http://schemas.openxmlformats.org/drawingml/2006/main">
            <a:off x="533400" y="342900"/>
            <a:ext cx="1104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00" b="1">
                <a:solidFill>
                  <a:srgbClr val="17222A"/>
                </a:solidFill>
                <a:latin typeface="Avenir Next"/>
                <a:ea typeface="Avenir Next"/>
                <a:cs typeface="Avenir Next"/>
              </a:defRPr>
            </a:defPPr>
            <a:lvl1pPr algn="l">
              <a:defRPr sz="5700" b="1">
                <a:solidFill>
                  <a:srgbClr val="17222A"/>
                </a:solidFill>
                <a:latin typeface="Avenir Next"/>
                <a:ea typeface="Avenir Next"/>
                <a:cs typeface="Avenir Next"/>
              </a:defRPr>
            </a:lvl1pPr>
            <a:lvl2pPr algn="l">
              <a:defRPr sz="5700" b="1">
                <a:solidFill>
                  <a:srgbClr val="17222A"/>
                </a:solidFill>
                <a:latin typeface="Avenir Next"/>
                <a:ea typeface="Avenir Next"/>
                <a:cs typeface="Avenir Next"/>
              </a:defRPr>
            </a:lvl2pPr>
            <a:lvl3pPr algn="l">
              <a:defRPr sz="5700" b="1">
                <a:solidFill>
                  <a:srgbClr val="17222A"/>
                </a:solidFill>
                <a:latin typeface="Avenir Next"/>
                <a:ea typeface="Avenir Next"/>
                <a:cs typeface="Avenir Next"/>
              </a:defRPr>
            </a:lvl3pPr>
            <a:lvl4pPr algn="l">
              <a:defRPr sz="5700" b="1">
                <a:solidFill>
                  <a:srgbClr val="17222A"/>
                </a:solidFill>
                <a:latin typeface="Avenir Next"/>
                <a:ea typeface="Avenir Next"/>
                <a:cs typeface="Avenir Next"/>
              </a:defRPr>
            </a:lvl4pPr>
            <a:lvl5pPr algn="l">
              <a:defRPr sz="5700" b="1">
                <a:solidFill>
                  <a:srgbClr val="17222A"/>
                </a:solidFill>
                <a:latin typeface="Avenir Next"/>
                <a:ea typeface="Avenir Next"/>
                <a:cs typeface="Avenir Next"/>
              </a:defRPr>
            </a:lvl5pPr>
            <a:lvl6pPr algn="l">
              <a:defRPr sz="5700" b="1">
                <a:solidFill>
                  <a:srgbClr val="17222A"/>
                </a:solidFill>
                <a:latin typeface="Avenir Next"/>
                <a:ea typeface="Avenir Next"/>
                <a:cs typeface="Avenir Next"/>
              </a:defRPr>
            </a:lvl6pPr>
            <a:lvl7pPr algn="l">
              <a:defRPr sz="5700" b="1">
                <a:solidFill>
                  <a:srgbClr val="17222A"/>
                </a:solidFill>
                <a:latin typeface="Avenir Next"/>
                <a:ea typeface="Avenir Next"/>
                <a:cs typeface="Avenir Next"/>
              </a:defRPr>
            </a:lvl7pPr>
            <a:lvl8pPr algn="l">
              <a:defRPr sz="5700" b="1">
                <a:solidFill>
                  <a:srgbClr val="17222A"/>
                </a:solidFill>
                <a:latin typeface="Avenir Next"/>
                <a:ea typeface="Avenir Next"/>
                <a:cs typeface="Avenir Next"/>
              </a:defRPr>
            </a:lvl8pPr>
            <a:lvl9pPr algn="l">
              <a:defRPr sz="5700" b="1">
                <a:solidFill>
                  <a:srgbClr val="17222A"/>
                </a:solidFill>
                <a:latin typeface="Avenir Next"/>
                <a:ea typeface="Avenir Next"/>
                <a:cs typeface="Avenir Next"/>
              </a:defRPr>
            </a:lvl9pPr>
          </a:lstStyle>
          <a:p xmlns:a="http://schemas.openxmlformats.org/drawingml/2006/main">
            <a:pPr algn="l">
              <a:defRPr sz="5700" b="1">
                <a:solidFill>
                  <a:srgbClr val="17222A"/>
                </a:solidFill>
                <a:latin typeface="Avenir Next"/>
                <a:ea typeface="Avenir Next"/>
                <a:cs typeface="Avenir Next"/>
              </a:defRPr>
            </a:pPr>
            <a:r>
              <a:rPr sz="5700" b="1">
                <a:solidFill>
                  <a:srgbClr val="17222A"/>
                </a:solidFill>
                <a:latin typeface="Avenir Next"/>
                <a:ea typeface="Avenir Next"/>
                <a:cs typeface="Avenir Next"/>
              </a:rPr>
              <a:t>What comes next</a:t>
            </a:r>
          </a:p>
        </p:txBody>
      </p:sp>
      <p:sp>
        <p:nvSpPr>
          <p:cNvPr id="3" name="Model">
            <a:extLst xmlns:a="http://schemas.openxmlformats.org/drawingml/2006/main">
              <a:ext uri="{FF2B5EF4-FFF2-40B4-BE49-F238E27FC236}">
                <a16:creationId xmlns:a16="http://schemas.microsoft.com/office/drawing/2014/main" id="{7A246E56-0F61-44B8-99BE-1F6D9D6CE50A}"/>
              </a:ext>
            </a:extLst>
          </p:cNvPr>
          <p:cNvSpPr>
            <a:spLocks xmlns:a="http://schemas.openxmlformats.org/drawingml/2006/main" noGrp="1"/>
          </p:cNvSpPr>
          <p:nvPr/>
        </p:nvSpPr>
        <p:spPr>
          <a:xfrm xmlns:a="http://schemas.openxmlformats.org/drawingml/2006/main">
            <a:off x="571500" y="2333625"/>
            <a:ext cx="3467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825" b="1">
                <a:solidFill>
                  <a:srgbClr val="FF6429"/>
                </a:solidFill>
                <a:latin typeface="Avenir Next"/>
                <a:ea typeface="Avenir Next"/>
                <a:cs typeface="Avenir Next"/>
              </a:defRPr>
            </a:defPPr>
            <a:lvl1pPr algn="l">
              <a:defRPr sz="3825" b="1">
                <a:solidFill>
                  <a:srgbClr val="FF6429"/>
                </a:solidFill>
                <a:latin typeface="Avenir Next"/>
                <a:ea typeface="Avenir Next"/>
                <a:cs typeface="Avenir Next"/>
              </a:defRPr>
            </a:lvl1pPr>
            <a:lvl2pPr algn="l">
              <a:defRPr sz="3825" b="1">
                <a:solidFill>
                  <a:srgbClr val="FF6429"/>
                </a:solidFill>
                <a:latin typeface="Avenir Next"/>
                <a:ea typeface="Avenir Next"/>
                <a:cs typeface="Avenir Next"/>
              </a:defRPr>
            </a:lvl2pPr>
            <a:lvl3pPr algn="l">
              <a:defRPr sz="3825" b="1">
                <a:solidFill>
                  <a:srgbClr val="FF6429"/>
                </a:solidFill>
                <a:latin typeface="Avenir Next"/>
                <a:ea typeface="Avenir Next"/>
                <a:cs typeface="Avenir Next"/>
              </a:defRPr>
            </a:lvl3pPr>
            <a:lvl4pPr algn="l">
              <a:defRPr sz="3825" b="1">
                <a:solidFill>
                  <a:srgbClr val="FF6429"/>
                </a:solidFill>
                <a:latin typeface="Avenir Next"/>
                <a:ea typeface="Avenir Next"/>
                <a:cs typeface="Avenir Next"/>
              </a:defRPr>
            </a:lvl4pPr>
            <a:lvl5pPr algn="l">
              <a:defRPr sz="3825" b="1">
                <a:solidFill>
                  <a:srgbClr val="FF6429"/>
                </a:solidFill>
                <a:latin typeface="Avenir Next"/>
                <a:ea typeface="Avenir Next"/>
                <a:cs typeface="Avenir Next"/>
              </a:defRPr>
            </a:lvl5pPr>
            <a:lvl6pPr algn="l">
              <a:defRPr sz="3825" b="1">
                <a:solidFill>
                  <a:srgbClr val="FF6429"/>
                </a:solidFill>
                <a:latin typeface="Avenir Next"/>
                <a:ea typeface="Avenir Next"/>
                <a:cs typeface="Avenir Next"/>
              </a:defRPr>
            </a:lvl6pPr>
            <a:lvl7pPr algn="l">
              <a:defRPr sz="3825" b="1">
                <a:solidFill>
                  <a:srgbClr val="FF6429"/>
                </a:solidFill>
                <a:latin typeface="Avenir Next"/>
                <a:ea typeface="Avenir Next"/>
                <a:cs typeface="Avenir Next"/>
              </a:defRPr>
            </a:lvl7pPr>
            <a:lvl8pPr algn="l">
              <a:defRPr sz="3825" b="1">
                <a:solidFill>
                  <a:srgbClr val="FF6429"/>
                </a:solidFill>
                <a:latin typeface="Avenir Next"/>
                <a:ea typeface="Avenir Next"/>
                <a:cs typeface="Avenir Next"/>
              </a:defRPr>
            </a:lvl8pPr>
            <a:lvl9pPr algn="l">
              <a:defRPr sz="3825" b="1">
                <a:solidFill>
                  <a:srgbClr val="FF6429"/>
                </a:solidFill>
                <a:latin typeface="Avenir Next"/>
                <a:ea typeface="Avenir Next"/>
                <a:cs typeface="Avenir Next"/>
              </a:defRPr>
            </a:lvl9pPr>
          </a:lstStyle>
          <a:p xmlns:a="http://schemas.openxmlformats.org/drawingml/2006/main">
            <a:pPr algn="l">
              <a:defRPr sz="3825" b="1">
                <a:solidFill>
                  <a:srgbClr val="FF6429"/>
                </a:solidFill>
                <a:latin typeface="Avenir Next"/>
                <a:ea typeface="Avenir Next"/>
                <a:cs typeface="Avenir Next"/>
              </a:defRPr>
            </a:pPr>
            <a:r>
              <a:rPr sz="3825" b="1">
                <a:solidFill>
                  <a:srgbClr val="FF6429"/>
                </a:solidFill>
                <a:latin typeface="Avenir Next"/>
                <a:ea typeface="Avenir Next"/>
                <a:cs typeface="Avenir Next"/>
              </a:rPr>
              <a:t>Model</a:t>
            </a:r>
          </a:p>
        </p:txBody>
      </p:sp>
      <p:sp>
        <p:nvSpPr>
          <p:cNvPr id="4" name="Measure real MiniLM inference&#10;and paraphrase coverage.">
            <a:extLst xmlns:a="http://schemas.openxmlformats.org/drawingml/2006/main">
              <a:ext uri="{FF2B5EF4-FFF2-40B4-BE49-F238E27FC236}">
                <a16:creationId xmlns:a16="http://schemas.microsoft.com/office/drawing/2014/main" id="{0CB9F43A-FEC9-48D8-8A43-10E9D6904F11}"/>
              </a:ext>
            </a:extLst>
          </p:cNvPr>
          <p:cNvSpPr>
            <a:spLocks xmlns:a="http://schemas.openxmlformats.org/drawingml/2006/main" noGrp="1"/>
          </p:cNvSpPr>
          <p:nvPr/>
        </p:nvSpPr>
        <p:spPr>
          <a:xfrm xmlns:a="http://schemas.openxmlformats.org/drawingml/2006/main">
            <a:off x="590550" y="3486150"/>
            <a:ext cx="34671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7222A"/>
                </a:solidFill>
                <a:latin typeface="Avenir Next"/>
                <a:ea typeface="Avenir Next"/>
                <a:cs typeface="Avenir Next"/>
              </a:defRPr>
            </a:defPPr>
            <a:lvl1pPr algn="l">
              <a:defRPr sz="2100" b="0">
                <a:solidFill>
                  <a:srgbClr val="17222A"/>
                </a:solidFill>
                <a:latin typeface="Avenir Next"/>
                <a:ea typeface="Avenir Next"/>
                <a:cs typeface="Avenir Next"/>
              </a:defRPr>
            </a:lvl1pPr>
            <a:lvl2pPr algn="l">
              <a:defRPr sz="2100" b="0">
                <a:solidFill>
                  <a:srgbClr val="17222A"/>
                </a:solidFill>
                <a:latin typeface="Avenir Next"/>
                <a:ea typeface="Avenir Next"/>
                <a:cs typeface="Avenir Next"/>
              </a:defRPr>
            </a:lvl2pPr>
            <a:lvl3pPr algn="l">
              <a:defRPr sz="2100" b="0">
                <a:solidFill>
                  <a:srgbClr val="17222A"/>
                </a:solidFill>
                <a:latin typeface="Avenir Next"/>
                <a:ea typeface="Avenir Next"/>
                <a:cs typeface="Avenir Next"/>
              </a:defRPr>
            </a:lvl3pPr>
            <a:lvl4pPr algn="l">
              <a:defRPr sz="2100" b="0">
                <a:solidFill>
                  <a:srgbClr val="17222A"/>
                </a:solidFill>
                <a:latin typeface="Avenir Next"/>
                <a:ea typeface="Avenir Next"/>
                <a:cs typeface="Avenir Next"/>
              </a:defRPr>
            </a:lvl4pPr>
            <a:lvl5pPr algn="l">
              <a:defRPr sz="2100" b="0">
                <a:solidFill>
                  <a:srgbClr val="17222A"/>
                </a:solidFill>
                <a:latin typeface="Avenir Next"/>
                <a:ea typeface="Avenir Next"/>
                <a:cs typeface="Avenir Next"/>
              </a:defRPr>
            </a:lvl5pPr>
            <a:lvl6pPr algn="l">
              <a:defRPr sz="2100" b="0">
                <a:solidFill>
                  <a:srgbClr val="17222A"/>
                </a:solidFill>
                <a:latin typeface="Avenir Next"/>
                <a:ea typeface="Avenir Next"/>
                <a:cs typeface="Avenir Next"/>
              </a:defRPr>
            </a:lvl6pPr>
            <a:lvl7pPr algn="l">
              <a:defRPr sz="2100" b="0">
                <a:solidFill>
                  <a:srgbClr val="17222A"/>
                </a:solidFill>
                <a:latin typeface="Avenir Next"/>
                <a:ea typeface="Avenir Next"/>
                <a:cs typeface="Avenir Next"/>
              </a:defRPr>
            </a:lvl7pPr>
            <a:lvl8pPr algn="l">
              <a:defRPr sz="2100" b="0">
                <a:solidFill>
                  <a:srgbClr val="17222A"/>
                </a:solidFill>
                <a:latin typeface="Avenir Next"/>
                <a:ea typeface="Avenir Next"/>
                <a:cs typeface="Avenir Next"/>
              </a:defRPr>
            </a:lvl8pPr>
            <a:lvl9pPr algn="l">
              <a:defRPr sz="2100" b="0">
                <a:solidFill>
                  <a:srgbClr val="17222A"/>
                </a:solidFill>
                <a:latin typeface="Avenir Next"/>
                <a:ea typeface="Avenir Next"/>
                <a:cs typeface="Avenir Next"/>
              </a:defRPr>
            </a:lvl9pPr>
          </a:lstStyle>
          <a:p xmlns:a="http://schemas.openxmlformats.org/drawingml/2006/main">
            <a:pPr algn="l">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Measure real MiniLM inference</a:t>
            </a:r>
          </a:p>
          <a:p xmlns:a="http://schemas.openxmlformats.org/drawingml/2006/main">
            <a:pPr algn="l">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and paraphrase coverage.</a:t>
            </a:r>
          </a:p>
        </p:txBody>
      </p:sp>
      <p:sp>
        <p:nvSpPr>
          <p:cNvPr id="5" name="Data">
            <a:extLst xmlns:a="http://schemas.openxmlformats.org/drawingml/2006/main">
              <a:ext uri="{FF2B5EF4-FFF2-40B4-BE49-F238E27FC236}">
                <a16:creationId xmlns:a16="http://schemas.microsoft.com/office/drawing/2014/main" id="{ACC10E6C-8BF0-4D7B-8DE6-B0BA5897BAE2}"/>
              </a:ext>
            </a:extLst>
          </p:cNvPr>
          <p:cNvSpPr>
            <a:spLocks xmlns:a="http://schemas.openxmlformats.org/drawingml/2006/main" noGrp="1"/>
          </p:cNvSpPr>
          <p:nvPr/>
        </p:nvSpPr>
        <p:spPr>
          <a:xfrm xmlns:a="http://schemas.openxmlformats.org/drawingml/2006/main">
            <a:off x="4352925" y="2333625"/>
            <a:ext cx="3467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825" b="1">
                <a:solidFill>
                  <a:srgbClr val="FF6429"/>
                </a:solidFill>
                <a:latin typeface="Avenir Next"/>
                <a:ea typeface="Avenir Next"/>
                <a:cs typeface="Avenir Next"/>
              </a:defRPr>
            </a:defPPr>
            <a:lvl1pPr algn="l">
              <a:defRPr sz="3825" b="1">
                <a:solidFill>
                  <a:srgbClr val="FF6429"/>
                </a:solidFill>
                <a:latin typeface="Avenir Next"/>
                <a:ea typeface="Avenir Next"/>
                <a:cs typeface="Avenir Next"/>
              </a:defRPr>
            </a:lvl1pPr>
            <a:lvl2pPr algn="l">
              <a:defRPr sz="3825" b="1">
                <a:solidFill>
                  <a:srgbClr val="FF6429"/>
                </a:solidFill>
                <a:latin typeface="Avenir Next"/>
                <a:ea typeface="Avenir Next"/>
                <a:cs typeface="Avenir Next"/>
              </a:defRPr>
            </a:lvl2pPr>
            <a:lvl3pPr algn="l">
              <a:defRPr sz="3825" b="1">
                <a:solidFill>
                  <a:srgbClr val="FF6429"/>
                </a:solidFill>
                <a:latin typeface="Avenir Next"/>
                <a:ea typeface="Avenir Next"/>
                <a:cs typeface="Avenir Next"/>
              </a:defRPr>
            </a:lvl3pPr>
            <a:lvl4pPr algn="l">
              <a:defRPr sz="3825" b="1">
                <a:solidFill>
                  <a:srgbClr val="FF6429"/>
                </a:solidFill>
                <a:latin typeface="Avenir Next"/>
                <a:ea typeface="Avenir Next"/>
                <a:cs typeface="Avenir Next"/>
              </a:defRPr>
            </a:lvl4pPr>
            <a:lvl5pPr algn="l">
              <a:defRPr sz="3825" b="1">
                <a:solidFill>
                  <a:srgbClr val="FF6429"/>
                </a:solidFill>
                <a:latin typeface="Avenir Next"/>
                <a:ea typeface="Avenir Next"/>
                <a:cs typeface="Avenir Next"/>
              </a:defRPr>
            </a:lvl5pPr>
            <a:lvl6pPr algn="l">
              <a:defRPr sz="3825" b="1">
                <a:solidFill>
                  <a:srgbClr val="FF6429"/>
                </a:solidFill>
                <a:latin typeface="Avenir Next"/>
                <a:ea typeface="Avenir Next"/>
                <a:cs typeface="Avenir Next"/>
              </a:defRPr>
            </a:lvl6pPr>
            <a:lvl7pPr algn="l">
              <a:defRPr sz="3825" b="1">
                <a:solidFill>
                  <a:srgbClr val="FF6429"/>
                </a:solidFill>
                <a:latin typeface="Avenir Next"/>
                <a:ea typeface="Avenir Next"/>
                <a:cs typeface="Avenir Next"/>
              </a:defRPr>
            </a:lvl7pPr>
            <a:lvl8pPr algn="l">
              <a:defRPr sz="3825" b="1">
                <a:solidFill>
                  <a:srgbClr val="FF6429"/>
                </a:solidFill>
                <a:latin typeface="Avenir Next"/>
                <a:ea typeface="Avenir Next"/>
                <a:cs typeface="Avenir Next"/>
              </a:defRPr>
            </a:lvl8pPr>
            <a:lvl9pPr algn="l">
              <a:defRPr sz="3825" b="1">
                <a:solidFill>
                  <a:srgbClr val="FF6429"/>
                </a:solidFill>
                <a:latin typeface="Avenir Next"/>
                <a:ea typeface="Avenir Next"/>
                <a:cs typeface="Avenir Next"/>
              </a:defRPr>
            </a:lvl9pPr>
          </a:lstStyle>
          <a:p xmlns:a="http://schemas.openxmlformats.org/drawingml/2006/main">
            <a:pPr algn="l">
              <a:defRPr sz="3825" b="1">
                <a:solidFill>
                  <a:srgbClr val="FF6429"/>
                </a:solidFill>
                <a:latin typeface="Avenir Next"/>
                <a:ea typeface="Avenir Next"/>
                <a:cs typeface="Avenir Next"/>
              </a:defRPr>
            </a:pPr>
            <a:r>
              <a:rPr sz="3825" b="1">
                <a:solidFill>
                  <a:srgbClr val="FF6429"/>
                </a:solidFill>
                <a:latin typeface="Avenir Next"/>
                <a:ea typeface="Avenir Next"/>
                <a:cs typeface="Avenir Next"/>
              </a:rPr>
              <a:t>Data</a:t>
            </a:r>
          </a:p>
        </p:txBody>
      </p:sp>
      <p:sp>
        <p:nvSpPr>
          <p:cNvPr id="6" name="Evaluate on independently&#10;prepared event reports.">
            <a:extLst xmlns:a="http://schemas.openxmlformats.org/drawingml/2006/main">
              <a:ext uri="{FF2B5EF4-FFF2-40B4-BE49-F238E27FC236}">
                <a16:creationId xmlns:a16="http://schemas.microsoft.com/office/drawing/2014/main" id="{FA84B64A-D5DD-433B-B299-7F2E7C15F2D7}"/>
              </a:ext>
            </a:extLst>
          </p:cNvPr>
          <p:cNvSpPr>
            <a:spLocks xmlns:a="http://schemas.openxmlformats.org/drawingml/2006/main" noGrp="1"/>
          </p:cNvSpPr>
          <p:nvPr/>
        </p:nvSpPr>
        <p:spPr>
          <a:xfrm xmlns:a="http://schemas.openxmlformats.org/drawingml/2006/main">
            <a:off x="4371975" y="3486150"/>
            <a:ext cx="34671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7222A"/>
                </a:solidFill>
                <a:latin typeface="Avenir Next"/>
                <a:ea typeface="Avenir Next"/>
                <a:cs typeface="Avenir Next"/>
              </a:defRPr>
            </a:defPPr>
            <a:lvl1pPr algn="l">
              <a:defRPr sz="2100" b="0">
                <a:solidFill>
                  <a:srgbClr val="17222A"/>
                </a:solidFill>
                <a:latin typeface="Avenir Next"/>
                <a:ea typeface="Avenir Next"/>
                <a:cs typeface="Avenir Next"/>
              </a:defRPr>
            </a:lvl1pPr>
            <a:lvl2pPr algn="l">
              <a:defRPr sz="2100" b="0">
                <a:solidFill>
                  <a:srgbClr val="17222A"/>
                </a:solidFill>
                <a:latin typeface="Avenir Next"/>
                <a:ea typeface="Avenir Next"/>
                <a:cs typeface="Avenir Next"/>
              </a:defRPr>
            </a:lvl2pPr>
            <a:lvl3pPr algn="l">
              <a:defRPr sz="2100" b="0">
                <a:solidFill>
                  <a:srgbClr val="17222A"/>
                </a:solidFill>
                <a:latin typeface="Avenir Next"/>
                <a:ea typeface="Avenir Next"/>
                <a:cs typeface="Avenir Next"/>
              </a:defRPr>
            </a:lvl3pPr>
            <a:lvl4pPr algn="l">
              <a:defRPr sz="2100" b="0">
                <a:solidFill>
                  <a:srgbClr val="17222A"/>
                </a:solidFill>
                <a:latin typeface="Avenir Next"/>
                <a:ea typeface="Avenir Next"/>
                <a:cs typeface="Avenir Next"/>
              </a:defRPr>
            </a:lvl4pPr>
            <a:lvl5pPr algn="l">
              <a:defRPr sz="2100" b="0">
                <a:solidFill>
                  <a:srgbClr val="17222A"/>
                </a:solidFill>
                <a:latin typeface="Avenir Next"/>
                <a:ea typeface="Avenir Next"/>
                <a:cs typeface="Avenir Next"/>
              </a:defRPr>
            </a:lvl5pPr>
            <a:lvl6pPr algn="l">
              <a:defRPr sz="2100" b="0">
                <a:solidFill>
                  <a:srgbClr val="17222A"/>
                </a:solidFill>
                <a:latin typeface="Avenir Next"/>
                <a:ea typeface="Avenir Next"/>
                <a:cs typeface="Avenir Next"/>
              </a:defRPr>
            </a:lvl6pPr>
            <a:lvl7pPr algn="l">
              <a:defRPr sz="2100" b="0">
                <a:solidFill>
                  <a:srgbClr val="17222A"/>
                </a:solidFill>
                <a:latin typeface="Avenir Next"/>
                <a:ea typeface="Avenir Next"/>
                <a:cs typeface="Avenir Next"/>
              </a:defRPr>
            </a:lvl7pPr>
            <a:lvl8pPr algn="l">
              <a:defRPr sz="2100" b="0">
                <a:solidFill>
                  <a:srgbClr val="17222A"/>
                </a:solidFill>
                <a:latin typeface="Avenir Next"/>
                <a:ea typeface="Avenir Next"/>
                <a:cs typeface="Avenir Next"/>
              </a:defRPr>
            </a:lvl8pPr>
            <a:lvl9pPr algn="l">
              <a:defRPr sz="2100" b="0">
                <a:solidFill>
                  <a:srgbClr val="17222A"/>
                </a:solidFill>
                <a:latin typeface="Avenir Next"/>
                <a:ea typeface="Avenir Next"/>
                <a:cs typeface="Avenir Next"/>
              </a:defRPr>
            </a:lvl9pPr>
          </a:lstStyle>
          <a:p xmlns:a="http://schemas.openxmlformats.org/drawingml/2006/main">
            <a:pPr algn="l">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Evaluate on independently</a:t>
            </a:r>
          </a:p>
          <a:p xmlns:a="http://schemas.openxmlformats.org/drawingml/2006/main">
            <a:pPr algn="l">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prepared event reports.</a:t>
            </a:r>
          </a:p>
        </p:txBody>
      </p:sp>
      <p:sp>
        <p:nvSpPr>
          <p:cNvPr id="7" name="Use">
            <a:extLst xmlns:a="http://schemas.openxmlformats.org/drawingml/2006/main">
              <a:ext uri="{FF2B5EF4-FFF2-40B4-BE49-F238E27FC236}">
                <a16:creationId xmlns:a16="http://schemas.microsoft.com/office/drawing/2014/main" id="{91F29B99-6AB6-4C49-8117-D06A24A4C8FA}"/>
              </a:ext>
            </a:extLst>
          </p:cNvPr>
          <p:cNvSpPr>
            <a:spLocks xmlns:a="http://schemas.openxmlformats.org/drawingml/2006/main" noGrp="1"/>
          </p:cNvSpPr>
          <p:nvPr/>
        </p:nvSpPr>
        <p:spPr>
          <a:xfrm xmlns:a="http://schemas.openxmlformats.org/drawingml/2006/main">
            <a:off x="8134350" y="2333625"/>
            <a:ext cx="3467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825" b="1">
                <a:solidFill>
                  <a:srgbClr val="FF6429"/>
                </a:solidFill>
                <a:latin typeface="Avenir Next"/>
                <a:ea typeface="Avenir Next"/>
                <a:cs typeface="Avenir Next"/>
              </a:defRPr>
            </a:defPPr>
            <a:lvl1pPr algn="l">
              <a:defRPr sz="3825" b="1">
                <a:solidFill>
                  <a:srgbClr val="FF6429"/>
                </a:solidFill>
                <a:latin typeface="Avenir Next"/>
                <a:ea typeface="Avenir Next"/>
                <a:cs typeface="Avenir Next"/>
              </a:defRPr>
            </a:lvl1pPr>
            <a:lvl2pPr algn="l">
              <a:defRPr sz="3825" b="1">
                <a:solidFill>
                  <a:srgbClr val="FF6429"/>
                </a:solidFill>
                <a:latin typeface="Avenir Next"/>
                <a:ea typeface="Avenir Next"/>
                <a:cs typeface="Avenir Next"/>
              </a:defRPr>
            </a:lvl2pPr>
            <a:lvl3pPr algn="l">
              <a:defRPr sz="3825" b="1">
                <a:solidFill>
                  <a:srgbClr val="FF6429"/>
                </a:solidFill>
                <a:latin typeface="Avenir Next"/>
                <a:ea typeface="Avenir Next"/>
                <a:cs typeface="Avenir Next"/>
              </a:defRPr>
            </a:lvl3pPr>
            <a:lvl4pPr algn="l">
              <a:defRPr sz="3825" b="1">
                <a:solidFill>
                  <a:srgbClr val="FF6429"/>
                </a:solidFill>
                <a:latin typeface="Avenir Next"/>
                <a:ea typeface="Avenir Next"/>
                <a:cs typeface="Avenir Next"/>
              </a:defRPr>
            </a:lvl4pPr>
            <a:lvl5pPr algn="l">
              <a:defRPr sz="3825" b="1">
                <a:solidFill>
                  <a:srgbClr val="FF6429"/>
                </a:solidFill>
                <a:latin typeface="Avenir Next"/>
                <a:ea typeface="Avenir Next"/>
                <a:cs typeface="Avenir Next"/>
              </a:defRPr>
            </a:lvl5pPr>
            <a:lvl6pPr algn="l">
              <a:defRPr sz="3825" b="1">
                <a:solidFill>
                  <a:srgbClr val="FF6429"/>
                </a:solidFill>
                <a:latin typeface="Avenir Next"/>
                <a:ea typeface="Avenir Next"/>
                <a:cs typeface="Avenir Next"/>
              </a:defRPr>
            </a:lvl6pPr>
            <a:lvl7pPr algn="l">
              <a:defRPr sz="3825" b="1">
                <a:solidFill>
                  <a:srgbClr val="FF6429"/>
                </a:solidFill>
                <a:latin typeface="Avenir Next"/>
                <a:ea typeface="Avenir Next"/>
                <a:cs typeface="Avenir Next"/>
              </a:defRPr>
            </a:lvl7pPr>
            <a:lvl8pPr algn="l">
              <a:defRPr sz="3825" b="1">
                <a:solidFill>
                  <a:srgbClr val="FF6429"/>
                </a:solidFill>
                <a:latin typeface="Avenir Next"/>
                <a:ea typeface="Avenir Next"/>
                <a:cs typeface="Avenir Next"/>
              </a:defRPr>
            </a:lvl8pPr>
            <a:lvl9pPr algn="l">
              <a:defRPr sz="3825" b="1">
                <a:solidFill>
                  <a:srgbClr val="FF6429"/>
                </a:solidFill>
                <a:latin typeface="Avenir Next"/>
                <a:ea typeface="Avenir Next"/>
                <a:cs typeface="Avenir Next"/>
              </a:defRPr>
            </a:lvl9pPr>
          </a:lstStyle>
          <a:p xmlns:a="http://schemas.openxmlformats.org/drawingml/2006/main">
            <a:pPr algn="l">
              <a:defRPr sz="3825" b="1">
                <a:solidFill>
                  <a:srgbClr val="FF6429"/>
                </a:solidFill>
                <a:latin typeface="Avenir Next"/>
                <a:ea typeface="Avenir Next"/>
                <a:cs typeface="Avenir Next"/>
              </a:defRPr>
            </a:pPr>
            <a:r>
              <a:rPr sz="3825" b="1">
                <a:solidFill>
                  <a:srgbClr val="FF6429"/>
                </a:solidFill>
                <a:latin typeface="Avenir Next"/>
                <a:ea typeface="Avenir Next"/>
                <a:cs typeface="Avenir Next"/>
              </a:rPr>
              <a:t>Use</a:t>
            </a:r>
          </a:p>
        </p:txBody>
      </p:sp>
      <p:sp>
        <p:nvSpPr>
          <p:cNvPr id="8" name="Observe coordinators and&#10;measure correction effort.">
            <a:extLst xmlns:a="http://schemas.openxmlformats.org/drawingml/2006/main">
              <a:ext uri="{FF2B5EF4-FFF2-40B4-BE49-F238E27FC236}">
                <a16:creationId xmlns:a16="http://schemas.microsoft.com/office/drawing/2014/main" id="{C257D6C6-CFC7-43A0-B389-1ED65BDBF286}"/>
              </a:ext>
            </a:extLst>
          </p:cNvPr>
          <p:cNvSpPr>
            <a:spLocks xmlns:a="http://schemas.openxmlformats.org/drawingml/2006/main" noGrp="1"/>
          </p:cNvSpPr>
          <p:nvPr/>
        </p:nvSpPr>
        <p:spPr>
          <a:xfrm xmlns:a="http://schemas.openxmlformats.org/drawingml/2006/main">
            <a:off x="8153400" y="3486150"/>
            <a:ext cx="34671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7222A"/>
                </a:solidFill>
                <a:latin typeface="Avenir Next"/>
                <a:ea typeface="Avenir Next"/>
                <a:cs typeface="Avenir Next"/>
              </a:defRPr>
            </a:defPPr>
            <a:lvl1pPr algn="l">
              <a:defRPr sz="2100" b="0">
                <a:solidFill>
                  <a:srgbClr val="17222A"/>
                </a:solidFill>
                <a:latin typeface="Avenir Next"/>
                <a:ea typeface="Avenir Next"/>
                <a:cs typeface="Avenir Next"/>
              </a:defRPr>
            </a:lvl1pPr>
            <a:lvl2pPr algn="l">
              <a:defRPr sz="2100" b="0">
                <a:solidFill>
                  <a:srgbClr val="17222A"/>
                </a:solidFill>
                <a:latin typeface="Avenir Next"/>
                <a:ea typeface="Avenir Next"/>
                <a:cs typeface="Avenir Next"/>
              </a:defRPr>
            </a:lvl2pPr>
            <a:lvl3pPr algn="l">
              <a:defRPr sz="2100" b="0">
                <a:solidFill>
                  <a:srgbClr val="17222A"/>
                </a:solidFill>
                <a:latin typeface="Avenir Next"/>
                <a:ea typeface="Avenir Next"/>
                <a:cs typeface="Avenir Next"/>
              </a:defRPr>
            </a:lvl3pPr>
            <a:lvl4pPr algn="l">
              <a:defRPr sz="2100" b="0">
                <a:solidFill>
                  <a:srgbClr val="17222A"/>
                </a:solidFill>
                <a:latin typeface="Avenir Next"/>
                <a:ea typeface="Avenir Next"/>
                <a:cs typeface="Avenir Next"/>
              </a:defRPr>
            </a:lvl4pPr>
            <a:lvl5pPr algn="l">
              <a:defRPr sz="2100" b="0">
                <a:solidFill>
                  <a:srgbClr val="17222A"/>
                </a:solidFill>
                <a:latin typeface="Avenir Next"/>
                <a:ea typeface="Avenir Next"/>
                <a:cs typeface="Avenir Next"/>
              </a:defRPr>
            </a:lvl5pPr>
            <a:lvl6pPr algn="l">
              <a:defRPr sz="2100" b="0">
                <a:solidFill>
                  <a:srgbClr val="17222A"/>
                </a:solidFill>
                <a:latin typeface="Avenir Next"/>
                <a:ea typeface="Avenir Next"/>
                <a:cs typeface="Avenir Next"/>
              </a:defRPr>
            </a:lvl6pPr>
            <a:lvl7pPr algn="l">
              <a:defRPr sz="2100" b="0">
                <a:solidFill>
                  <a:srgbClr val="17222A"/>
                </a:solidFill>
                <a:latin typeface="Avenir Next"/>
                <a:ea typeface="Avenir Next"/>
                <a:cs typeface="Avenir Next"/>
              </a:defRPr>
            </a:lvl7pPr>
            <a:lvl8pPr algn="l">
              <a:defRPr sz="2100" b="0">
                <a:solidFill>
                  <a:srgbClr val="17222A"/>
                </a:solidFill>
                <a:latin typeface="Avenir Next"/>
                <a:ea typeface="Avenir Next"/>
                <a:cs typeface="Avenir Next"/>
              </a:defRPr>
            </a:lvl8pPr>
            <a:lvl9pPr algn="l">
              <a:defRPr sz="2100" b="0">
                <a:solidFill>
                  <a:srgbClr val="17222A"/>
                </a:solidFill>
                <a:latin typeface="Avenir Next"/>
                <a:ea typeface="Avenir Next"/>
                <a:cs typeface="Avenir Next"/>
              </a:defRPr>
            </a:lvl9pPr>
          </a:lstStyle>
          <a:p xmlns:a="http://schemas.openxmlformats.org/drawingml/2006/main">
            <a:pPr algn="l">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Observe coordinators and</a:t>
            </a:r>
          </a:p>
          <a:p xmlns:a="http://schemas.openxmlformats.org/drawingml/2006/main">
            <a:pPr algn="l">
              <a:defRPr sz="2100" b="0">
                <a:solidFill>
                  <a:srgbClr val="17222A"/>
                </a:solidFill>
                <a:latin typeface="Avenir Next"/>
                <a:ea typeface="Avenir Next"/>
                <a:cs typeface="Avenir Next"/>
              </a:defRPr>
            </a:pPr>
            <a:r>
              <a:rPr sz="2100" b="0">
                <a:solidFill>
                  <a:srgbClr val="17222A"/>
                </a:solidFill>
                <a:latin typeface="Avenir Next"/>
                <a:ea typeface="Avenir Next"/>
                <a:cs typeface="Avenir Next"/>
              </a:rPr>
              <a:t>measure correction effort.</a:t>
            </a:r>
          </a:p>
        </p:txBody>
      </p:sp>
      <p:sp>
        <p:nvSpPr>
          <p:cNvPr id="9" name="Broader use also needs access control, operational review and de">
            <a:extLst xmlns:a="http://schemas.openxmlformats.org/drawingml/2006/main">
              <a:ext uri="{FF2B5EF4-FFF2-40B4-BE49-F238E27FC236}">
                <a16:creationId xmlns:a16="http://schemas.microsoft.com/office/drawing/2014/main" id="{3AAE0B26-E83F-4D20-BA15-C613C88F517C}"/>
              </a:ext>
            </a:extLst>
          </p:cNvPr>
          <p:cNvSpPr>
            <a:spLocks xmlns:a="http://schemas.openxmlformats.org/drawingml/2006/main" noGrp="1"/>
          </p:cNvSpPr>
          <p:nvPr/>
        </p:nvSpPr>
        <p:spPr>
          <a:xfrm xmlns:a="http://schemas.openxmlformats.org/drawingml/2006/main">
            <a:off x="590550" y="6048375"/>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87A86"/>
                </a:solidFill>
                <a:latin typeface="Avenir Next"/>
                <a:ea typeface="Avenir Next"/>
                <a:cs typeface="Avenir Next"/>
              </a:defRPr>
            </a:defPPr>
            <a:lvl1pPr algn="l">
              <a:defRPr sz="1875" b="0">
                <a:solidFill>
                  <a:srgbClr val="687A86"/>
                </a:solidFill>
                <a:latin typeface="Avenir Next"/>
                <a:ea typeface="Avenir Next"/>
                <a:cs typeface="Avenir Next"/>
              </a:defRPr>
            </a:lvl1pPr>
            <a:lvl2pPr algn="l">
              <a:defRPr sz="1875" b="0">
                <a:solidFill>
                  <a:srgbClr val="687A86"/>
                </a:solidFill>
                <a:latin typeface="Avenir Next"/>
                <a:ea typeface="Avenir Next"/>
                <a:cs typeface="Avenir Next"/>
              </a:defRPr>
            </a:lvl2pPr>
            <a:lvl3pPr algn="l">
              <a:defRPr sz="1875" b="0">
                <a:solidFill>
                  <a:srgbClr val="687A86"/>
                </a:solidFill>
                <a:latin typeface="Avenir Next"/>
                <a:ea typeface="Avenir Next"/>
                <a:cs typeface="Avenir Next"/>
              </a:defRPr>
            </a:lvl3pPr>
            <a:lvl4pPr algn="l">
              <a:defRPr sz="1875" b="0">
                <a:solidFill>
                  <a:srgbClr val="687A86"/>
                </a:solidFill>
                <a:latin typeface="Avenir Next"/>
                <a:ea typeface="Avenir Next"/>
                <a:cs typeface="Avenir Next"/>
              </a:defRPr>
            </a:lvl4pPr>
            <a:lvl5pPr algn="l">
              <a:defRPr sz="1875" b="0">
                <a:solidFill>
                  <a:srgbClr val="687A86"/>
                </a:solidFill>
                <a:latin typeface="Avenir Next"/>
                <a:ea typeface="Avenir Next"/>
                <a:cs typeface="Avenir Next"/>
              </a:defRPr>
            </a:lvl5pPr>
            <a:lvl6pPr algn="l">
              <a:defRPr sz="1875" b="0">
                <a:solidFill>
                  <a:srgbClr val="687A86"/>
                </a:solidFill>
                <a:latin typeface="Avenir Next"/>
                <a:ea typeface="Avenir Next"/>
                <a:cs typeface="Avenir Next"/>
              </a:defRPr>
            </a:lvl6pPr>
            <a:lvl7pPr algn="l">
              <a:defRPr sz="1875" b="0">
                <a:solidFill>
                  <a:srgbClr val="687A86"/>
                </a:solidFill>
                <a:latin typeface="Avenir Next"/>
                <a:ea typeface="Avenir Next"/>
                <a:cs typeface="Avenir Next"/>
              </a:defRPr>
            </a:lvl7pPr>
            <a:lvl8pPr algn="l">
              <a:defRPr sz="1875" b="0">
                <a:solidFill>
                  <a:srgbClr val="687A86"/>
                </a:solidFill>
                <a:latin typeface="Avenir Next"/>
                <a:ea typeface="Avenir Next"/>
                <a:cs typeface="Avenir Next"/>
              </a:defRPr>
            </a:lvl8pPr>
            <a:lvl9pPr algn="l">
              <a:defRPr sz="1875" b="0">
                <a:solidFill>
                  <a:srgbClr val="687A86"/>
                </a:solidFill>
                <a:latin typeface="Avenir Next"/>
                <a:ea typeface="Avenir Next"/>
                <a:cs typeface="Avenir Next"/>
              </a:defRPr>
            </a:lvl9pPr>
          </a:lstStyle>
          <a:p xmlns:a="http://schemas.openxmlformats.org/drawingml/2006/main">
            <a:pPr algn="l">
              <a:defRPr sz="1875" b="0">
                <a:solidFill>
                  <a:srgbClr val="687A86"/>
                </a:solidFill>
                <a:latin typeface="Avenir Next"/>
                <a:ea typeface="Avenir Next"/>
                <a:cs typeface="Avenir Next"/>
              </a:defRPr>
            </a:pPr>
            <a:r>
              <a:rPr sz="1875" b="0">
                <a:solidFill>
                  <a:srgbClr val="687A86"/>
                </a:solidFill>
                <a:latin typeface="Avenir Next"/>
                <a:ea typeface="Avenir Next"/>
                <a:cs typeface="Avenir Next"/>
              </a:rPr>
              <a:t>Broader use also needs access control, operational review and device testing.</a:t>
            </a:r>
          </a:p>
        </p:txBody>
      </p:sp>
    </p:spTree>
    <p:extLst>
      <p:ext uri="{BB962C8B-B14F-4D97-AF65-F5344CB8AC3E}">
        <p14:creationId xmlns:p14="http://schemas.microsoft.com/office/powerpoint/2010/main" val="1853643098"/>
      </p:ext>
    </p:extLst>
  </p:cSld>
</p:sld>
</file>

<file path=ppt/slides/slide13.xml><?xml version="1.0" encoding="utf-8"?>
<p:sld xmlns:p="http://schemas.openxmlformats.org/presentationml/2006/main">
  <p:cSld>
    <p:bg>
      <p:bgPr>
        <a:solidFill xmlns:a="http://schemas.openxmlformats.org/drawingml/2006/main">
          <a:srgbClr val="FF6429"/>
        </a:solidFill>
      </p:bgPr>
    </p:bg>
    <p:spTree>
      <p:nvGrpSpPr>
        <p:cNvPr id="1" name=""/>
        <p:cNvGrpSpPr/>
        <p:nvPr/>
      </p:nvGrpSpPr>
      <p:grpSpPr>
        <a:xfrm xmlns:a="http://schemas.openxmlformats.org/drawingml/2006/main"/>
      </p:grpSpPr>
      <p:sp>
        <p:nvSpPr>
          <p:cNvPr id="2" name="Aegis">
            <a:extLst xmlns:a="http://schemas.openxmlformats.org/drawingml/2006/main">
              <a:ext uri="{FF2B5EF4-FFF2-40B4-BE49-F238E27FC236}">
                <a16:creationId xmlns:a16="http://schemas.microsoft.com/office/drawing/2014/main" id="{E544D311-5C98-4296-976B-2AA30290A421}"/>
              </a:ext>
            </a:extLst>
          </p:cNvPr>
          <p:cNvSpPr>
            <a:spLocks xmlns:a="http://schemas.openxmlformats.org/drawingml/2006/main" noGrp="1"/>
          </p:cNvSpPr>
          <p:nvPr/>
        </p:nvSpPr>
        <p:spPr>
          <a:xfrm xmlns:a="http://schemas.openxmlformats.org/drawingml/2006/main">
            <a:off x="457200" y="619125"/>
            <a:ext cx="6858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925" b="1">
                <a:solidFill>
                  <a:srgbClr val="17222A"/>
                </a:solidFill>
                <a:latin typeface="Avenir Next"/>
                <a:ea typeface="Avenir Next"/>
                <a:cs typeface="Avenir Next"/>
              </a:defRPr>
            </a:defPPr>
            <a:lvl1pPr algn="l">
              <a:defRPr sz="11925" b="1">
                <a:solidFill>
                  <a:srgbClr val="17222A"/>
                </a:solidFill>
                <a:latin typeface="Avenir Next"/>
                <a:ea typeface="Avenir Next"/>
                <a:cs typeface="Avenir Next"/>
              </a:defRPr>
            </a:lvl1pPr>
            <a:lvl2pPr algn="l">
              <a:defRPr sz="11925" b="1">
                <a:solidFill>
                  <a:srgbClr val="17222A"/>
                </a:solidFill>
                <a:latin typeface="Avenir Next"/>
                <a:ea typeface="Avenir Next"/>
                <a:cs typeface="Avenir Next"/>
              </a:defRPr>
            </a:lvl2pPr>
            <a:lvl3pPr algn="l">
              <a:defRPr sz="11925" b="1">
                <a:solidFill>
                  <a:srgbClr val="17222A"/>
                </a:solidFill>
                <a:latin typeface="Avenir Next"/>
                <a:ea typeface="Avenir Next"/>
                <a:cs typeface="Avenir Next"/>
              </a:defRPr>
            </a:lvl3pPr>
            <a:lvl4pPr algn="l">
              <a:defRPr sz="11925" b="1">
                <a:solidFill>
                  <a:srgbClr val="17222A"/>
                </a:solidFill>
                <a:latin typeface="Avenir Next"/>
                <a:ea typeface="Avenir Next"/>
                <a:cs typeface="Avenir Next"/>
              </a:defRPr>
            </a:lvl4pPr>
            <a:lvl5pPr algn="l">
              <a:defRPr sz="11925" b="1">
                <a:solidFill>
                  <a:srgbClr val="17222A"/>
                </a:solidFill>
                <a:latin typeface="Avenir Next"/>
                <a:ea typeface="Avenir Next"/>
                <a:cs typeface="Avenir Next"/>
              </a:defRPr>
            </a:lvl5pPr>
            <a:lvl6pPr algn="l">
              <a:defRPr sz="11925" b="1">
                <a:solidFill>
                  <a:srgbClr val="17222A"/>
                </a:solidFill>
                <a:latin typeface="Avenir Next"/>
                <a:ea typeface="Avenir Next"/>
                <a:cs typeface="Avenir Next"/>
              </a:defRPr>
            </a:lvl6pPr>
            <a:lvl7pPr algn="l">
              <a:defRPr sz="11925" b="1">
                <a:solidFill>
                  <a:srgbClr val="17222A"/>
                </a:solidFill>
                <a:latin typeface="Avenir Next"/>
                <a:ea typeface="Avenir Next"/>
                <a:cs typeface="Avenir Next"/>
              </a:defRPr>
            </a:lvl7pPr>
            <a:lvl8pPr algn="l">
              <a:defRPr sz="11925" b="1">
                <a:solidFill>
                  <a:srgbClr val="17222A"/>
                </a:solidFill>
                <a:latin typeface="Avenir Next"/>
                <a:ea typeface="Avenir Next"/>
                <a:cs typeface="Avenir Next"/>
              </a:defRPr>
            </a:lvl8pPr>
            <a:lvl9pPr algn="l">
              <a:defRPr sz="11925" b="1">
                <a:solidFill>
                  <a:srgbClr val="17222A"/>
                </a:solidFill>
                <a:latin typeface="Avenir Next"/>
                <a:ea typeface="Avenir Next"/>
                <a:cs typeface="Avenir Next"/>
              </a:defRPr>
            </a:lvl9pPr>
          </a:lstStyle>
          <a:p xmlns:a="http://schemas.openxmlformats.org/drawingml/2006/main">
            <a:pPr algn="l">
              <a:defRPr sz="11925" b="1">
                <a:solidFill>
                  <a:srgbClr val="17222A"/>
                </a:solidFill>
                <a:latin typeface="Avenir Next"/>
                <a:ea typeface="Avenir Next"/>
                <a:cs typeface="Avenir Next"/>
              </a:defRPr>
            </a:pPr>
            <a:r>
              <a:rPr sz="11925" b="1">
                <a:solidFill>
                  <a:srgbClr val="17222A"/>
                </a:solidFill>
                <a:latin typeface="Avenir Next"/>
                <a:ea typeface="Avenir Next"/>
                <a:cs typeface="Avenir Next"/>
              </a:rPr>
              <a:t>Aegis</a:t>
            </a:r>
          </a:p>
        </p:txBody>
      </p:sp>
      <p:sp>
        <p:nvSpPr>
          <p:cNvPr id="3" name="Every accepted report stays available&#10;for coordinator review.">
            <a:extLst xmlns:a="http://schemas.openxmlformats.org/drawingml/2006/main">
              <a:ext uri="{FF2B5EF4-FFF2-40B4-BE49-F238E27FC236}">
                <a16:creationId xmlns:a16="http://schemas.microsoft.com/office/drawing/2014/main" id="{372FA65F-1F0B-4D02-B0DC-6118A6839022}"/>
              </a:ext>
            </a:extLst>
          </p:cNvPr>
          <p:cNvSpPr>
            <a:spLocks xmlns:a="http://schemas.openxmlformats.org/drawingml/2006/main" noGrp="1"/>
          </p:cNvSpPr>
          <p:nvPr/>
        </p:nvSpPr>
        <p:spPr>
          <a:xfrm xmlns:a="http://schemas.openxmlformats.org/drawingml/2006/main">
            <a:off x="552450" y="3105150"/>
            <a:ext cx="6762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17222A"/>
                </a:solidFill>
                <a:latin typeface="Avenir Next"/>
                <a:ea typeface="Avenir Next"/>
                <a:cs typeface="Avenir Next"/>
              </a:defRPr>
            </a:defPPr>
            <a:lvl1pPr algn="l">
              <a:defRPr sz="2625" b="1">
                <a:solidFill>
                  <a:srgbClr val="17222A"/>
                </a:solidFill>
                <a:latin typeface="Avenir Next"/>
                <a:ea typeface="Avenir Next"/>
                <a:cs typeface="Avenir Next"/>
              </a:defRPr>
            </a:lvl1pPr>
            <a:lvl2pPr algn="l">
              <a:defRPr sz="2625" b="1">
                <a:solidFill>
                  <a:srgbClr val="17222A"/>
                </a:solidFill>
                <a:latin typeface="Avenir Next"/>
                <a:ea typeface="Avenir Next"/>
                <a:cs typeface="Avenir Next"/>
              </a:defRPr>
            </a:lvl2pPr>
            <a:lvl3pPr algn="l">
              <a:defRPr sz="2625" b="1">
                <a:solidFill>
                  <a:srgbClr val="17222A"/>
                </a:solidFill>
                <a:latin typeface="Avenir Next"/>
                <a:ea typeface="Avenir Next"/>
                <a:cs typeface="Avenir Next"/>
              </a:defRPr>
            </a:lvl3pPr>
            <a:lvl4pPr algn="l">
              <a:defRPr sz="2625" b="1">
                <a:solidFill>
                  <a:srgbClr val="17222A"/>
                </a:solidFill>
                <a:latin typeface="Avenir Next"/>
                <a:ea typeface="Avenir Next"/>
                <a:cs typeface="Avenir Next"/>
              </a:defRPr>
            </a:lvl4pPr>
            <a:lvl5pPr algn="l">
              <a:defRPr sz="2625" b="1">
                <a:solidFill>
                  <a:srgbClr val="17222A"/>
                </a:solidFill>
                <a:latin typeface="Avenir Next"/>
                <a:ea typeface="Avenir Next"/>
                <a:cs typeface="Avenir Next"/>
              </a:defRPr>
            </a:lvl5pPr>
            <a:lvl6pPr algn="l">
              <a:defRPr sz="2625" b="1">
                <a:solidFill>
                  <a:srgbClr val="17222A"/>
                </a:solidFill>
                <a:latin typeface="Avenir Next"/>
                <a:ea typeface="Avenir Next"/>
                <a:cs typeface="Avenir Next"/>
              </a:defRPr>
            </a:lvl6pPr>
            <a:lvl7pPr algn="l">
              <a:defRPr sz="2625" b="1">
                <a:solidFill>
                  <a:srgbClr val="17222A"/>
                </a:solidFill>
                <a:latin typeface="Avenir Next"/>
                <a:ea typeface="Avenir Next"/>
                <a:cs typeface="Avenir Next"/>
              </a:defRPr>
            </a:lvl7pPr>
            <a:lvl8pPr algn="l">
              <a:defRPr sz="2625" b="1">
                <a:solidFill>
                  <a:srgbClr val="17222A"/>
                </a:solidFill>
                <a:latin typeface="Avenir Next"/>
                <a:ea typeface="Avenir Next"/>
                <a:cs typeface="Avenir Next"/>
              </a:defRPr>
            </a:lvl8pPr>
            <a:lvl9pPr algn="l">
              <a:defRPr sz="2625" b="1">
                <a:solidFill>
                  <a:srgbClr val="17222A"/>
                </a:solidFill>
                <a:latin typeface="Avenir Next"/>
                <a:ea typeface="Avenir Next"/>
                <a:cs typeface="Avenir Next"/>
              </a:defRPr>
            </a:lvl9pPr>
          </a:lstStyle>
          <a:p xmlns:a="http://schemas.openxmlformats.org/drawingml/2006/main">
            <a:pPr algn="l">
              <a:defRPr sz="2625" b="1">
                <a:solidFill>
                  <a:srgbClr val="17222A"/>
                </a:solidFill>
                <a:latin typeface="Avenir Next"/>
                <a:ea typeface="Avenir Next"/>
                <a:cs typeface="Avenir Next"/>
              </a:defRPr>
            </a:pPr>
            <a:r>
              <a:rPr sz="2625" b="1">
                <a:solidFill>
                  <a:srgbClr val="17222A"/>
                </a:solidFill>
                <a:latin typeface="Avenir Next"/>
                <a:ea typeface="Avenir Next"/>
                <a:cs typeface="Avenir Next"/>
              </a:rPr>
              <a:t>Every accepted report stays available</a:t>
            </a:r>
          </a:p>
          <a:p xmlns:a="http://schemas.openxmlformats.org/drawingml/2006/main">
            <a:pPr algn="l">
              <a:defRPr sz="2625" b="1">
                <a:solidFill>
                  <a:srgbClr val="17222A"/>
                </a:solidFill>
                <a:latin typeface="Avenir Next"/>
                <a:ea typeface="Avenir Next"/>
                <a:cs typeface="Avenir Next"/>
              </a:defRPr>
            </a:pPr>
            <a:r>
              <a:rPr sz="2625" b="1">
                <a:solidFill>
                  <a:srgbClr val="17222A"/>
                </a:solidFill>
                <a:latin typeface="Avenir Next"/>
                <a:ea typeface="Avenir Next"/>
                <a:cs typeface="Avenir Next"/>
              </a:rPr>
              <a:t>for coordinator review.</a:t>
            </a:r>
          </a:p>
        </p:txBody>
      </p:sp>
      <p:sp>
        <p:nvSpPr>
          <p:cNvPr id="4" name="Ayush Pandey  24BIT0394&#10;Dheeraj Sutram  24BIT0416">
            <a:extLst xmlns:a="http://schemas.openxmlformats.org/drawingml/2006/main">
              <a:ext uri="{FF2B5EF4-FFF2-40B4-BE49-F238E27FC236}">
                <a16:creationId xmlns:a16="http://schemas.microsoft.com/office/drawing/2014/main" id="{AA1AEB55-29F3-42F2-AF74-42723294B27B}"/>
              </a:ext>
            </a:extLst>
          </p:cNvPr>
          <p:cNvSpPr>
            <a:spLocks xmlns:a="http://schemas.openxmlformats.org/drawingml/2006/main" noGrp="1"/>
          </p:cNvSpPr>
          <p:nvPr/>
        </p:nvSpPr>
        <p:spPr>
          <a:xfrm xmlns:a="http://schemas.openxmlformats.org/drawingml/2006/main">
            <a:off x="552450" y="5829300"/>
            <a:ext cx="685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222A"/>
                </a:solidFill>
                <a:latin typeface="Avenir Next"/>
                <a:ea typeface="Avenir Next"/>
                <a:cs typeface="Avenir Next"/>
              </a:defRPr>
            </a:defPPr>
            <a:lvl1pPr algn="l">
              <a:defRPr sz="1800" b="0">
                <a:solidFill>
                  <a:srgbClr val="17222A"/>
                </a:solidFill>
                <a:latin typeface="Avenir Next"/>
                <a:ea typeface="Avenir Next"/>
                <a:cs typeface="Avenir Next"/>
              </a:defRPr>
            </a:lvl1pPr>
            <a:lvl2pPr algn="l">
              <a:defRPr sz="1800" b="0">
                <a:solidFill>
                  <a:srgbClr val="17222A"/>
                </a:solidFill>
                <a:latin typeface="Avenir Next"/>
                <a:ea typeface="Avenir Next"/>
                <a:cs typeface="Avenir Next"/>
              </a:defRPr>
            </a:lvl2pPr>
            <a:lvl3pPr algn="l">
              <a:defRPr sz="1800" b="0">
                <a:solidFill>
                  <a:srgbClr val="17222A"/>
                </a:solidFill>
                <a:latin typeface="Avenir Next"/>
                <a:ea typeface="Avenir Next"/>
                <a:cs typeface="Avenir Next"/>
              </a:defRPr>
            </a:lvl3pPr>
            <a:lvl4pPr algn="l">
              <a:defRPr sz="1800" b="0">
                <a:solidFill>
                  <a:srgbClr val="17222A"/>
                </a:solidFill>
                <a:latin typeface="Avenir Next"/>
                <a:ea typeface="Avenir Next"/>
                <a:cs typeface="Avenir Next"/>
              </a:defRPr>
            </a:lvl4pPr>
            <a:lvl5pPr algn="l">
              <a:defRPr sz="1800" b="0">
                <a:solidFill>
                  <a:srgbClr val="17222A"/>
                </a:solidFill>
                <a:latin typeface="Avenir Next"/>
                <a:ea typeface="Avenir Next"/>
                <a:cs typeface="Avenir Next"/>
              </a:defRPr>
            </a:lvl5pPr>
            <a:lvl6pPr algn="l">
              <a:defRPr sz="1800" b="0">
                <a:solidFill>
                  <a:srgbClr val="17222A"/>
                </a:solidFill>
                <a:latin typeface="Avenir Next"/>
                <a:ea typeface="Avenir Next"/>
                <a:cs typeface="Avenir Next"/>
              </a:defRPr>
            </a:lvl6pPr>
            <a:lvl7pPr algn="l">
              <a:defRPr sz="1800" b="0">
                <a:solidFill>
                  <a:srgbClr val="17222A"/>
                </a:solidFill>
                <a:latin typeface="Avenir Next"/>
                <a:ea typeface="Avenir Next"/>
                <a:cs typeface="Avenir Next"/>
              </a:defRPr>
            </a:lvl7pPr>
            <a:lvl8pPr algn="l">
              <a:defRPr sz="1800" b="0">
                <a:solidFill>
                  <a:srgbClr val="17222A"/>
                </a:solidFill>
                <a:latin typeface="Avenir Next"/>
                <a:ea typeface="Avenir Next"/>
                <a:cs typeface="Avenir Next"/>
              </a:defRPr>
            </a:lvl8pPr>
            <a:lvl9pPr algn="l">
              <a:defRPr sz="1800" b="0">
                <a:solidFill>
                  <a:srgbClr val="17222A"/>
                </a:solidFill>
                <a:latin typeface="Avenir Next"/>
                <a:ea typeface="Avenir Next"/>
                <a:cs typeface="Avenir Next"/>
              </a:defRPr>
            </a:lvl9pPr>
          </a:lstStyle>
          <a:p xmlns:a="http://schemas.openxmlformats.org/drawingml/2006/main">
            <a:pPr algn="l">
              <a:defRPr sz="1800" b="0">
                <a:solidFill>
                  <a:srgbClr val="17222A"/>
                </a:solidFill>
                <a:latin typeface="Avenir Next"/>
                <a:ea typeface="Avenir Next"/>
                <a:cs typeface="Avenir Next"/>
              </a:defRPr>
            </a:pPr>
            <a:r>
              <a:rPr sz="1800" b="0">
                <a:solidFill>
                  <a:srgbClr val="17222A"/>
                </a:solidFill>
                <a:latin typeface="Avenir Next"/>
                <a:ea typeface="Avenir Next"/>
                <a:cs typeface="Avenir Next"/>
              </a:rPr>
              <a:t>Ayush Pandey  24BIT0394</a:t>
            </a:r>
          </a:p>
          <a:p xmlns:a="http://schemas.openxmlformats.org/drawingml/2006/main">
            <a:pPr algn="l">
              <a:defRPr sz="1800" b="0">
                <a:solidFill>
                  <a:srgbClr val="17222A"/>
                </a:solidFill>
                <a:latin typeface="Avenir Next"/>
                <a:ea typeface="Avenir Next"/>
                <a:cs typeface="Avenir Next"/>
              </a:defRPr>
            </a:pPr>
            <a:r>
              <a:rPr sz="1800" b="0">
                <a:solidFill>
                  <a:srgbClr val="17222A"/>
                </a:solidFill>
                <a:latin typeface="Avenir Next"/>
                <a:ea typeface="Avenir Next"/>
                <a:cs typeface="Avenir Next"/>
              </a:rPr>
              <a:t>Dheeraj Sutram  24BIT0416</a:t>
            </a:r>
          </a:p>
        </p:txBody>
      </p:sp>
      <p:sp>
        <p:nvSpPr>
          <p:cNvPr id="5" name="Live demonstration">
            <a:extLst xmlns:a="http://schemas.openxmlformats.org/drawingml/2006/main">
              <a:ext uri="{FF2B5EF4-FFF2-40B4-BE49-F238E27FC236}">
                <a16:creationId xmlns:a16="http://schemas.microsoft.com/office/drawing/2014/main" id="{73EE5C09-30FA-460A-A10A-4557638E92EC}"/>
              </a:ext>
            </a:extLst>
          </p:cNvPr>
          <p:cNvSpPr>
            <a:spLocks xmlns:a="http://schemas.openxmlformats.org/drawingml/2006/main" noGrp="1"/>
          </p:cNvSpPr>
          <p:nvPr/>
        </p:nvSpPr>
        <p:spPr>
          <a:xfrm xmlns:a="http://schemas.openxmlformats.org/drawingml/2006/main">
            <a:off x="8143875" y="819150"/>
            <a:ext cx="3476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7222A"/>
                </a:solidFill>
                <a:latin typeface="Avenir Next"/>
                <a:ea typeface="Avenir Next"/>
                <a:cs typeface="Avenir Next"/>
              </a:defRPr>
            </a:defPPr>
            <a:lvl1pPr algn="l">
              <a:defRPr sz="3450" b="1">
                <a:solidFill>
                  <a:srgbClr val="17222A"/>
                </a:solidFill>
                <a:latin typeface="Avenir Next"/>
                <a:ea typeface="Avenir Next"/>
                <a:cs typeface="Avenir Next"/>
              </a:defRPr>
            </a:lvl1pPr>
            <a:lvl2pPr algn="l">
              <a:defRPr sz="3450" b="1">
                <a:solidFill>
                  <a:srgbClr val="17222A"/>
                </a:solidFill>
                <a:latin typeface="Avenir Next"/>
                <a:ea typeface="Avenir Next"/>
                <a:cs typeface="Avenir Next"/>
              </a:defRPr>
            </a:lvl2pPr>
            <a:lvl3pPr algn="l">
              <a:defRPr sz="3450" b="1">
                <a:solidFill>
                  <a:srgbClr val="17222A"/>
                </a:solidFill>
                <a:latin typeface="Avenir Next"/>
                <a:ea typeface="Avenir Next"/>
                <a:cs typeface="Avenir Next"/>
              </a:defRPr>
            </a:lvl3pPr>
            <a:lvl4pPr algn="l">
              <a:defRPr sz="3450" b="1">
                <a:solidFill>
                  <a:srgbClr val="17222A"/>
                </a:solidFill>
                <a:latin typeface="Avenir Next"/>
                <a:ea typeface="Avenir Next"/>
                <a:cs typeface="Avenir Next"/>
              </a:defRPr>
            </a:lvl4pPr>
            <a:lvl5pPr algn="l">
              <a:defRPr sz="3450" b="1">
                <a:solidFill>
                  <a:srgbClr val="17222A"/>
                </a:solidFill>
                <a:latin typeface="Avenir Next"/>
                <a:ea typeface="Avenir Next"/>
                <a:cs typeface="Avenir Next"/>
              </a:defRPr>
            </a:lvl5pPr>
            <a:lvl6pPr algn="l">
              <a:defRPr sz="3450" b="1">
                <a:solidFill>
                  <a:srgbClr val="17222A"/>
                </a:solidFill>
                <a:latin typeface="Avenir Next"/>
                <a:ea typeface="Avenir Next"/>
                <a:cs typeface="Avenir Next"/>
              </a:defRPr>
            </a:lvl6pPr>
            <a:lvl7pPr algn="l">
              <a:defRPr sz="3450" b="1">
                <a:solidFill>
                  <a:srgbClr val="17222A"/>
                </a:solidFill>
                <a:latin typeface="Avenir Next"/>
                <a:ea typeface="Avenir Next"/>
                <a:cs typeface="Avenir Next"/>
              </a:defRPr>
            </a:lvl7pPr>
            <a:lvl8pPr algn="l">
              <a:defRPr sz="3450" b="1">
                <a:solidFill>
                  <a:srgbClr val="17222A"/>
                </a:solidFill>
                <a:latin typeface="Avenir Next"/>
                <a:ea typeface="Avenir Next"/>
                <a:cs typeface="Avenir Next"/>
              </a:defRPr>
            </a:lvl8pPr>
            <a:lvl9pPr algn="l">
              <a:defRPr sz="3450" b="1">
                <a:solidFill>
                  <a:srgbClr val="17222A"/>
                </a:solidFill>
                <a:latin typeface="Avenir Next"/>
                <a:ea typeface="Avenir Next"/>
                <a:cs typeface="Avenir Next"/>
              </a:defRPr>
            </a:lvl9pPr>
          </a:lstStyle>
          <a:p xmlns:a="http://schemas.openxmlformats.org/drawingml/2006/main">
            <a:pPr algn="l">
              <a:defRPr sz="3450" b="1">
                <a:solidFill>
                  <a:srgbClr val="17222A"/>
                </a:solidFill>
                <a:latin typeface="Avenir Next"/>
                <a:ea typeface="Avenir Next"/>
                <a:cs typeface="Avenir Next"/>
              </a:defRPr>
            </a:pPr>
            <a:r>
              <a:rPr sz="3450" b="1">
                <a:solidFill>
                  <a:srgbClr val="17222A"/>
                </a:solidFill>
                <a:latin typeface="Avenir Next"/>
                <a:ea typeface="Avenir Next"/>
                <a:cs typeface="Avenir Next"/>
              </a:rPr>
              <a:t>Live demonstration</a:t>
            </a:r>
          </a:p>
        </p:txBody>
      </p:sp>
      <p:sp>
        <p:nvSpPr>
          <p:cNvPr id="6" name="1  Receive and group">
            <a:extLst xmlns:a="http://schemas.openxmlformats.org/drawingml/2006/main">
              <a:ext uri="{FF2B5EF4-FFF2-40B4-BE49-F238E27FC236}">
                <a16:creationId xmlns:a16="http://schemas.microsoft.com/office/drawing/2014/main" id="{06245F95-9AF0-4BD7-9877-B8CC5C5A5A27}"/>
              </a:ext>
            </a:extLst>
          </p:cNvPr>
          <p:cNvSpPr>
            <a:spLocks xmlns:a="http://schemas.openxmlformats.org/drawingml/2006/main" noGrp="1"/>
          </p:cNvSpPr>
          <p:nvPr/>
        </p:nvSpPr>
        <p:spPr>
          <a:xfrm xmlns:a="http://schemas.openxmlformats.org/drawingml/2006/main">
            <a:off x="8143875" y="2571750"/>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22A"/>
                </a:solidFill>
                <a:latin typeface="Avenir Next"/>
                <a:ea typeface="Avenir Next"/>
                <a:cs typeface="Avenir Next"/>
              </a:defRPr>
            </a:defPPr>
            <a:lvl1pPr algn="l">
              <a:defRPr sz="2100" b="1">
                <a:solidFill>
                  <a:srgbClr val="17222A"/>
                </a:solidFill>
                <a:latin typeface="Avenir Next"/>
                <a:ea typeface="Avenir Next"/>
                <a:cs typeface="Avenir Next"/>
              </a:defRPr>
            </a:lvl1pPr>
            <a:lvl2pPr algn="l">
              <a:defRPr sz="2100" b="1">
                <a:solidFill>
                  <a:srgbClr val="17222A"/>
                </a:solidFill>
                <a:latin typeface="Avenir Next"/>
                <a:ea typeface="Avenir Next"/>
                <a:cs typeface="Avenir Next"/>
              </a:defRPr>
            </a:lvl2pPr>
            <a:lvl3pPr algn="l">
              <a:defRPr sz="2100" b="1">
                <a:solidFill>
                  <a:srgbClr val="17222A"/>
                </a:solidFill>
                <a:latin typeface="Avenir Next"/>
                <a:ea typeface="Avenir Next"/>
                <a:cs typeface="Avenir Next"/>
              </a:defRPr>
            </a:lvl3pPr>
            <a:lvl4pPr algn="l">
              <a:defRPr sz="2100" b="1">
                <a:solidFill>
                  <a:srgbClr val="17222A"/>
                </a:solidFill>
                <a:latin typeface="Avenir Next"/>
                <a:ea typeface="Avenir Next"/>
                <a:cs typeface="Avenir Next"/>
              </a:defRPr>
            </a:lvl4pPr>
            <a:lvl5pPr algn="l">
              <a:defRPr sz="2100" b="1">
                <a:solidFill>
                  <a:srgbClr val="17222A"/>
                </a:solidFill>
                <a:latin typeface="Avenir Next"/>
                <a:ea typeface="Avenir Next"/>
                <a:cs typeface="Avenir Next"/>
              </a:defRPr>
            </a:lvl5pPr>
            <a:lvl6pPr algn="l">
              <a:defRPr sz="2100" b="1">
                <a:solidFill>
                  <a:srgbClr val="17222A"/>
                </a:solidFill>
                <a:latin typeface="Avenir Next"/>
                <a:ea typeface="Avenir Next"/>
                <a:cs typeface="Avenir Next"/>
              </a:defRPr>
            </a:lvl6pPr>
            <a:lvl7pPr algn="l">
              <a:defRPr sz="2100" b="1">
                <a:solidFill>
                  <a:srgbClr val="17222A"/>
                </a:solidFill>
                <a:latin typeface="Avenir Next"/>
                <a:ea typeface="Avenir Next"/>
                <a:cs typeface="Avenir Next"/>
              </a:defRPr>
            </a:lvl7pPr>
            <a:lvl8pPr algn="l">
              <a:defRPr sz="2100" b="1">
                <a:solidFill>
                  <a:srgbClr val="17222A"/>
                </a:solidFill>
                <a:latin typeface="Avenir Next"/>
                <a:ea typeface="Avenir Next"/>
                <a:cs typeface="Avenir Next"/>
              </a:defRPr>
            </a:lvl8pPr>
            <a:lvl9pPr algn="l">
              <a:defRPr sz="2100" b="1">
                <a:solidFill>
                  <a:srgbClr val="17222A"/>
                </a:solidFill>
                <a:latin typeface="Avenir Next"/>
                <a:ea typeface="Avenir Next"/>
                <a:cs typeface="Avenir Next"/>
              </a:defRPr>
            </a:lvl9pPr>
          </a:lstStyle>
          <a:p xmlns:a="http://schemas.openxmlformats.org/drawingml/2006/main">
            <a:pPr algn="l">
              <a:defRPr sz="2100" b="1">
                <a:solidFill>
                  <a:srgbClr val="17222A"/>
                </a:solidFill>
                <a:latin typeface="Avenir Next"/>
                <a:ea typeface="Avenir Next"/>
                <a:cs typeface="Avenir Next"/>
              </a:defRPr>
            </a:pPr>
            <a:r>
              <a:rPr sz="2100" b="1">
                <a:solidFill>
                  <a:srgbClr val="17222A"/>
                </a:solidFill>
                <a:latin typeface="Avenir Next"/>
                <a:ea typeface="Avenir Next"/>
                <a:cs typeface="Avenir Next"/>
              </a:rPr>
              <a:t>1  Receive and group</a:t>
            </a:r>
          </a:p>
        </p:txBody>
      </p:sp>
      <p:sp>
        <p:nvSpPr>
          <p:cNvPr id="7" name="2  Inspect Exit A">
            <a:extLst xmlns:a="http://schemas.openxmlformats.org/drawingml/2006/main">
              <a:ext uri="{FF2B5EF4-FFF2-40B4-BE49-F238E27FC236}">
                <a16:creationId xmlns:a16="http://schemas.microsoft.com/office/drawing/2014/main" id="{1E4F4668-7EF0-40D2-B4D9-4FEED1852CDD}"/>
              </a:ext>
            </a:extLst>
          </p:cNvPr>
          <p:cNvSpPr>
            <a:spLocks xmlns:a="http://schemas.openxmlformats.org/drawingml/2006/main" noGrp="1"/>
          </p:cNvSpPr>
          <p:nvPr/>
        </p:nvSpPr>
        <p:spPr>
          <a:xfrm xmlns:a="http://schemas.openxmlformats.org/drawingml/2006/main">
            <a:off x="8143875" y="3390900"/>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22A"/>
                </a:solidFill>
                <a:latin typeface="Avenir Next"/>
                <a:ea typeface="Avenir Next"/>
                <a:cs typeface="Avenir Next"/>
              </a:defRPr>
            </a:defPPr>
            <a:lvl1pPr algn="l">
              <a:defRPr sz="2100" b="1">
                <a:solidFill>
                  <a:srgbClr val="17222A"/>
                </a:solidFill>
                <a:latin typeface="Avenir Next"/>
                <a:ea typeface="Avenir Next"/>
                <a:cs typeface="Avenir Next"/>
              </a:defRPr>
            </a:lvl1pPr>
            <a:lvl2pPr algn="l">
              <a:defRPr sz="2100" b="1">
                <a:solidFill>
                  <a:srgbClr val="17222A"/>
                </a:solidFill>
                <a:latin typeface="Avenir Next"/>
                <a:ea typeface="Avenir Next"/>
                <a:cs typeface="Avenir Next"/>
              </a:defRPr>
            </a:lvl2pPr>
            <a:lvl3pPr algn="l">
              <a:defRPr sz="2100" b="1">
                <a:solidFill>
                  <a:srgbClr val="17222A"/>
                </a:solidFill>
                <a:latin typeface="Avenir Next"/>
                <a:ea typeface="Avenir Next"/>
                <a:cs typeface="Avenir Next"/>
              </a:defRPr>
            </a:lvl3pPr>
            <a:lvl4pPr algn="l">
              <a:defRPr sz="2100" b="1">
                <a:solidFill>
                  <a:srgbClr val="17222A"/>
                </a:solidFill>
                <a:latin typeface="Avenir Next"/>
                <a:ea typeface="Avenir Next"/>
                <a:cs typeface="Avenir Next"/>
              </a:defRPr>
            </a:lvl4pPr>
            <a:lvl5pPr algn="l">
              <a:defRPr sz="2100" b="1">
                <a:solidFill>
                  <a:srgbClr val="17222A"/>
                </a:solidFill>
                <a:latin typeface="Avenir Next"/>
                <a:ea typeface="Avenir Next"/>
                <a:cs typeface="Avenir Next"/>
              </a:defRPr>
            </a:lvl5pPr>
            <a:lvl6pPr algn="l">
              <a:defRPr sz="2100" b="1">
                <a:solidFill>
                  <a:srgbClr val="17222A"/>
                </a:solidFill>
                <a:latin typeface="Avenir Next"/>
                <a:ea typeface="Avenir Next"/>
                <a:cs typeface="Avenir Next"/>
              </a:defRPr>
            </a:lvl6pPr>
            <a:lvl7pPr algn="l">
              <a:defRPr sz="2100" b="1">
                <a:solidFill>
                  <a:srgbClr val="17222A"/>
                </a:solidFill>
                <a:latin typeface="Avenir Next"/>
                <a:ea typeface="Avenir Next"/>
                <a:cs typeface="Avenir Next"/>
              </a:defRPr>
            </a:lvl7pPr>
            <a:lvl8pPr algn="l">
              <a:defRPr sz="2100" b="1">
                <a:solidFill>
                  <a:srgbClr val="17222A"/>
                </a:solidFill>
                <a:latin typeface="Avenir Next"/>
                <a:ea typeface="Avenir Next"/>
                <a:cs typeface="Avenir Next"/>
              </a:defRPr>
            </a:lvl8pPr>
            <a:lvl9pPr algn="l">
              <a:defRPr sz="2100" b="1">
                <a:solidFill>
                  <a:srgbClr val="17222A"/>
                </a:solidFill>
                <a:latin typeface="Avenir Next"/>
                <a:ea typeface="Avenir Next"/>
                <a:cs typeface="Avenir Next"/>
              </a:defRPr>
            </a:lvl9pPr>
          </a:lstStyle>
          <a:p xmlns:a="http://schemas.openxmlformats.org/drawingml/2006/main">
            <a:pPr algn="l">
              <a:defRPr sz="2100" b="1">
                <a:solidFill>
                  <a:srgbClr val="17222A"/>
                </a:solidFill>
                <a:latin typeface="Avenir Next"/>
                <a:ea typeface="Avenir Next"/>
                <a:cs typeface="Avenir Next"/>
              </a:defRPr>
            </a:pPr>
            <a:r>
              <a:rPr sz="2100" b="1">
                <a:solidFill>
                  <a:srgbClr val="17222A"/>
                </a:solidFill>
                <a:latin typeface="Avenir Next"/>
                <a:ea typeface="Avenir Next"/>
                <a:cs typeface="Avenir Next"/>
              </a:rPr>
              <a:t>2  Inspect Exit A</a:t>
            </a:r>
          </a:p>
        </p:txBody>
      </p:sp>
      <p:sp>
        <p:nvSpPr>
          <p:cNvPr id="8" name="3  Record a correction">
            <a:extLst xmlns:a="http://schemas.openxmlformats.org/drawingml/2006/main">
              <a:ext uri="{FF2B5EF4-FFF2-40B4-BE49-F238E27FC236}">
                <a16:creationId xmlns:a16="http://schemas.microsoft.com/office/drawing/2014/main" id="{7899A68C-89BE-4142-A880-22F50BC7BC53}"/>
              </a:ext>
            </a:extLst>
          </p:cNvPr>
          <p:cNvSpPr>
            <a:spLocks xmlns:a="http://schemas.openxmlformats.org/drawingml/2006/main" noGrp="1"/>
          </p:cNvSpPr>
          <p:nvPr/>
        </p:nvSpPr>
        <p:spPr>
          <a:xfrm xmlns:a="http://schemas.openxmlformats.org/drawingml/2006/main">
            <a:off x="8143875" y="4210050"/>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22A"/>
                </a:solidFill>
                <a:latin typeface="Avenir Next"/>
                <a:ea typeface="Avenir Next"/>
                <a:cs typeface="Avenir Next"/>
              </a:defRPr>
            </a:defPPr>
            <a:lvl1pPr algn="l">
              <a:defRPr sz="2100" b="1">
                <a:solidFill>
                  <a:srgbClr val="17222A"/>
                </a:solidFill>
                <a:latin typeface="Avenir Next"/>
                <a:ea typeface="Avenir Next"/>
                <a:cs typeface="Avenir Next"/>
              </a:defRPr>
            </a:lvl1pPr>
            <a:lvl2pPr algn="l">
              <a:defRPr sz="2100" b="1">
                <a:solidFill>
                  <a:srgbClr val="17222A"/>
                </a:solidFill>
                <a:latin typeface="Avenir Next"/>
                <a:ea typeface="Avenir Next"/>
                <a:cs typeface="Avenir Next"/>
              </a:defRPr>
            </a:lvl2pPr>
            <a:lvl3pPr algn="l">
              <a:defRPr sz="2100" b="1">
                <a:solidFill>
                  <a:srgbClr val="17222A"/>
                </a:solidFill>
                <a:latin typeface="Avenir Next"/>
                <a:ea typeface="Avenir Next"/>
                <a:cs typeface="Avenir Next"/>
              </a:defRPr>
            </a:lvl3pPr>
            <a:lvl4pPr algn="l">
              <a:defRPr sz="2100" b="1">
                <a:solidFill>
                  <a:srgbClr val="17222A"/>
                </a:solidFill>
                <a:latin typeface="Avenir Next"/>
                <a:ea typeface="Avenir Next"/>
                <a:cs typeface="Avenir Next"/>
              </a:defRPr>
            </a:lvl4pPr>
            <a:lvl5pPr algn="l">
              <a:defRPr sz="2100" b="1">
                <a:solidFill>
                  <a:srgbClr val="17222A"/>
                </a:solidFill>
                <a:latin typeface="Avenir Next"/>
                <a:ea typeface="Avenir Next"/>
                <a:cs typeface="Avenir Next"/>
              </a:defRPr>
            </a:lvl5pPr>
            <a:lvl6pPr algn="l">
              <a:defRPr sz="2100" b="1">
                <a:solidFill>
                  <a:srgbClr val="17222A"/>
                </a:solidFill>
                <a:latin typeface="Avenir Next"/>
                <a:ea typeface="Avenir Next"/>
                <a:cs typeface="Avenir Next"/>
              </a:defRPr>
            </a:lvl6pPr>
            <a:lvl7pPr algn="l">
              <a:defRPr sz="2100" b="1">
                <a:solidFill>
                  <a:srgbClr val="17222A"/>
                </a:solidFill>
                <a:latin typeface="Avenir Next"/>
                <a:ea typeface="Avenir Next"/>
                <a:cs typeface="Avenir Next"/>
              </a:defRPr>
            </a:lvl7pPr>
            <a:lvl8pPr algn="l">
              <a:defRPr sz="2100" b="1">
                <a:solidFill>
                  <a:srgbClr val="17222A"/>
                </a:solidFill>
                <a:latin typeface="Avenir Next"/>
                <a:ea typeface="Avenir Next"/>
                <a:cs typeface="Avenir Next"/>
              </a:defRPr>
            </a:lvl8pPr>
            <a:lvl9pPr algn="l">
              <a:defRPr sz="2100" b="1">
                <a:solidFill>
                  <a:srgbClr val="17222A"/>
                </a:solidFill>
                <a:latin typeface="Avenir Next"/>
                <a:ea typeface="Avenir Next"/>
                <a:cs typeface="Avenir Next"/>
              </a:defRPr>
            </a:lvl9pPr>
          </a:lstStyle>
          <a:p xmlns:a="http://schemas.openxmlformats.org/drawingml/2006/main">
            <a:pPr algn="l">
              <a:defRPr sz="2100" b="1">
                <a:solidFill>
                  <a:srgbClr val="17222A"/>
                </a:solidFill>
                <a:latin typeface="Avenir Next"/>
                <a:ea typeface="Avenir Next"/>
                <a:cs typeface="Avenir Next"/>
              </a:defRPr>
            </a:pPr>
            <a:r>
              <a:rPr sz="2100" b="1">
                <a:solidFill>
                  <a:srgbClr val="17222A"/>
                </a:solidFill>
                <a:latin typeface="Avenir Next"/>
                <a:ea typeface="Avenir Next"/>
                <a:cs typeface="Avenir Next"/>
              </a:rPr>
              <a:t>3  Record a correction</a:t>
            </a:r>
          </a:p>
        </p:txBody>
      </p:sp>
      <p:sp>
        <p:nvSpPr>
          <p:cNvPr id="9" name="4  Open evaluation">
            <a:extLst xmlns:a="http://schemas.openxmlformats.org/drawingml/2006/main">
              <a:ext uri="{FF2B5EF4-FFF2-40B4-BE49-F238E27FC236}">
                <a16:creationId xmlns:a16="http://schemas.microsoft.com/office/drawing/2014/main" id="{AE92C885-5F56-409A-B525-71E5666F83B7}"/>
              </a:ext>
            </a:extLst>
          </p:cNvPr>
          <p:cNvSpPr>
            <a:spLocks xmlns:a="http://schemas.openxmlformats.org/drawingml/2006/main" noGrp="1"/>
          </p:cNvSpPr>
          <p:nvPr/>
        </p:nvSpPr>
        <p:spPr>
          <a:xfrm xmlns:a="http://schemas.openxmlformats.org/drawingml/2006/main">
            <a:off x="8143875" y="5029200"/>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22A"/>
                </a:solidFill>
                <a:latin typeface="Avenir Next"/>
                <a:ea typeface="Avenir Next"/>
                <a:cs typeface="Avenir Next"/>
              </a:defRPr>
            </a:defPPr>
            <a:lvl1pPr algn="l">
              <a:defRPr sz="2100" b="1">
                <a:solidFill>
                  <a:srgbClr val="17222A"/>
                </a:solidFill>
                <a:latin typeface="Avenir Next"/>
                <a:ea typeface="Avenir Next"/>
                <a:cs typeface="Avenir Next"/>
              </a:defRPr>
            </a:lvl1pPr>
            <a:lvl2pPr algn="l">
              <a:defRPr sz="2100" b="1">
                <a:solidFill>
                  <a:srgbClr val="17222A"/>
                </a:solidFill>
                <a:latin typeface="Avenir Next"/>
                <a:ea typeface="Avenir Next"/>
                <a:cs typeface="Avenir Next"/>
              </a:defRPr>
            </a:lvl2pPr>
            <a:lvl3pPr algn="l">
              <a:defRPr sz="2100" b="1">
                <a:solidFill>
                  <a:srgbClr val="17222A"/>
                </a:solidFill>
                <a:latin typeface="Avenir Next"/>
                <a:ea typeface="Avenir Next"/>
                <a:cs typeface="Avenir Next"/>
              </a:defRPr>
            </a:lvl3pPr>
            <a:lvl4pPr algn="l">
              <a:defRPr sz="2100" b="1">
                <a:solidFill>
                  <a:srgbClr val="17222A"/>
                </a:solidFill>
                <a:latin typeface="Avenir Next"/>
                <a:ea typeface="Avenir Next"/>
                <a:cs typeface="Avenir Next"/>
              </a:defRPr>
            </a:lvl4pPr>
            <a:lvl5pPr algn="l">
              <a:defRPr sz="2100" b="1">
                <a:solidFill>
                  <a:srgbClr val="17222A"/>
                </a:solidFill>
                <a:latin typeface="Avenir Next"/>
                <a:ea typeface="Avenir Next"/>
                <a:cs typeface="Avenir Next"/>
              </a:defRPr>
            </a:lvl5pPr>
            <a:lvl6pPr algn="l">
              <a:defRPr sz="2100" b="1">
                <a:solidFill>
                  <a:srgbClr val="17222A"/>
                </a:solidFill>
                <a:latin typeface="Avenir Next"/>
                <a:ea typeface="Avenir Next"/>
                <a:cs typeface="Avenir Next"/>
              </a:defRPr>
            </a:lvl6pPr>
            <a:lvl7pPr algn="l">
              <a:defRPr sz="2100" b="1">
                <a:solidFill>
                  <a:srgbClr val="17222A"/>
                </a:solidFill>
                <a:latin typeface="Avenir Next"/>
                <a:ea typeface="Avenir Next"/>
                <a:cs typeface="Avenir Next"/>
              </a:defRPr>
            </a:lvl7pPr>
            <a:lvl8pPr algn="l">
              <a:defRPr sz="2100" b="1">
                <a:solidFill>
                  <a:srgbClr val="17222A"/>
                </a:solidFill>
                <a:latin typeface="Avenir Next"/>
                <a:ea typeface="Avenir Next"/>
                <a:cs typeface="Avenir Next"/>
              </a:defRPr>
            </a:lvl8pPr>
            <a:lvl9pPr algn="l">
              <a:defRPr sz="2100" b="1">
                <a:solidFill>
                  <a:srgbClr val="17222A"/>
                </a:solidFill>
                <a:latin typeface="Avenir Next"/>
                <a:ea typeface="Avenir Next"/>
                <a:cs typeface="Avenir Next"/>
              </a:defRPr>
            </a:lvl9pPr>
          </a:lstStyle>
          <a:p xmlns:a="http://schemas.openxmlformats.org/drawingml/2006/main">
            <a:pPr algn="l">
              <a:defRPr sz="2100" b="1">
                <a:solidFill>
                  <a:srgbClr val="17222A"/>
                </a:solidFill>
                <a:latin typeface="Avenir Next"/>
                <a:ea typeface="Avenir Next"/>
                <a:cs typeface="Avenir Next"/>
              </a:defRPr>
            </a:pPr>
            <a:r>
              <a:rPr sz="2100" b="1">
                <a:solidFill>
                  <a:srgbClr val="17222A"/>
                </a:solidFill>
                <a:latin typeface="Avenir Next"/>
                <a:ea typeface="Avenir Next"/>
                <a:cs typeface="Avenir Next"/>
              </a:rPr>
              <a:t>4  Open evaluation</a:t>
            </a:r>
          </a:p>
        </p:txBody>
      </p:sp>
    </p:spTree>
    <p:extLst>
      <p:ext uri="{BB962C8B-B14F-4D97-AF65-F5344CB8AC3E}">
        <p14:creationId xmlns:p14="http://schemas.microsoft.com/office/powerpoint/2010/main" val="20091837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2026-10-25T02:58:38.2890000Z</dcterms:created>
  <dcterms:modified xsi:type="dcterms:W3CDTF">2026-10-25T02:58:38.2890000Z</dcterms:modified>
</coreProperties>
</file>